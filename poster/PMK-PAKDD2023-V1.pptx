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68" r:id="rId5"/>
    <p:sldId id="377" r:id="rId6"/>
    <p:sldId id="374" r:id="rId7"/>
    <p:sldId id="393" r:id="rId8"/>
    <p:sldId id="394" r:id="rId9"/>
    <p:sldId id="397" r:id="rId10"/>
    <p:sldId id="395" r:id="rId11"/>
    <p:sldId id="437" r:id="rId12"/>
    <p:sldId id="396" r:id="rId13"/>
    <p:sldId id="399" r:id="rId14"/>
    <p:sldId id="398" r:id="rId15"/>
    <p:sldId id="351" r:id="rId16"/>
    <p:sldId id="43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693EB25-BCC0-4D40-94D0-9E773BC883C0}">
          <p14:sldIdLst>
            <p14:sldId id="268"/>
            <p14:sldId id="377"/>
            <p14:sldId id="374"/>
            <p14:sldId id="393"/>
            <p14:sldId id="394"/>
            <p14:sldId id="397"/>
            <p14:sldId id="395"/>
            <p14:sldId id="437"/>
            <p14:sldId id="396"/>
            <p14:sldId id="399"/>
            <p14:sldId id="398"/>
            <p14:sldId id="351"/>
            <p14:sldId id="438"/>
          </p14:sldIdLst>
        </p14:section>
        <p14:section name="SmartArt examples" id="{EC99EAA8-7F14-4B22-9918-54923576F222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3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6" autoAdjust="0"/>
    <p:restoredTop sz="80877" autoAdjust="0"/>
  </p:normalViewPr>
  <p:slideViewPr>
    <p:cSldViewPr snapToGrid="0">
      <p:cViewPr>
        <p:scale>
          <a:sx n="82" d="100"/>
          <a:sy n="82" d="100"/>
        </p:scale>
        <p:origin x="3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94D05-2413-416E-8BCF-22CC6EAE5C7A}" type="datetimeFigureOut">
              <a:rPr lang="en-GB" smtClean="0"/>
              <a:t>25/05/2023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02EEF7-10B8-48BD-98D2-6BEDC41F72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0026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02EEF7-10B8-48BD-98D2-6BEDC41F723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3479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2EEF7-10B8-48BD-98D2-6BEDC41F723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328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02EEF7-10B8-48BD-98D2-6BEDC41F723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3630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2EEF7-10B8-48BD-98D2-6BEDC41F723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1876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2EEF7-10B8-48BD-98D2-6BEDC41F723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6524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1" indent="-28575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lang="en-US" sz="2400" dirty="0" smtClean="0"/>
                  <a:t>Data can misled algorithms</a:t>
                </a:r>
              </a:p>
              <a:p>
                <a:pPr lvl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000" dirty="0"/>
                  <a:t> </a:t>
                </a:r>
                <a:r>
                  <a:rPr lang="en-US" sz="2000" dirty="0" smtClean="0"/>
                  <a:t>     - if the same data presented in a different form may shown different pattern  </a:t>
                </a:r>
              </a:p>
              <a:p>
                <a:pPr lvl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US" sz="900" dirty="0"/>
              </a:p>
              <a:p>
                <a:pPr lvl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E.g., personal income data are: </a:t>
                </a:r>
                <a:r>
                  <a:rPr lang="en-US" sz="2000" i="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𝑥</a:t>
                </a:r>
                <a:r>
                  <a:rPr lang="en-AU" sz="2000" b="0" i="0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10M, 1M, 100K, 10K, …. </a:t>
                </a:r>
              </a:p>
              <a:p>
                <a:pPr lvl="1" defTabSz="360363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save space in database, this data can be stored in log scale of base 10 as: 7, 6, 5, 4, …</a:t>
                </a:r>
              </a:p>
              <a:p>
                <a:endParaRPr lang="en-AU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02EEF7-10B8-48BD-98D2-6BEDC41F723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6395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2EEF7-10B8-48BD-98D2-6BEDC41F723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049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2EEF7-10B8-48BD-98D2-6BEDC41F723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15639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2EEF7-10B8-48BD-98D2-6BEDC41F723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4653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2EEF7-10B8-48BD-98D2-6BEDC41F723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5617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02EEF7-10B8-48BD-98D2-6BEDC41F723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7570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01BC1A6-FA88-4814-A368-FA1F0C3E5EF9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1BCF969-F22E-4363-BD98-B53B34219A98}"/>
              </a:ext>
            </a:extLst>
          </p:cNvPr>
          <p:cNvGrpSpPr/>
          <p:nvPr userDrawn="1"/>
        </p:nvGrpSpPr>
        <p:grpSpPr>
          <a:xfrm>
            <a:off x="6875462" y="0"/>
            <a:ext cx="5316538" cy="6858000"/>
            <a:chOff x="6242051" y="0"/>
            <a:chExt cx="5316538" cy="6858000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05E60E73-F1E3-409B-9111-F5BDA2C949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07138" y="0"/>
              <a:ext cx="5251450" cy="4816475"/>
            </a:xfrm>
            <a:custGeom>
              <a:avLst/>
              <a:gdLst>
                <a:gd name="T0" fmla="*/ 8701 w 16628"/>
                <a:gd name="T1" fmla="*/ 15209 h 15209"/>
                <a:gd name="T2" fmla="*/ 8701 w 16628"/>
                <a:gd name="T3" fmla="*/ 15209 h 15209"/>
                <a:gd name="T4" fmla="*/ 16628 w 16628"/>
                <a:gd name="T5" fmla="*/ 10101 h 15209"/>
                <a:gd name="T6" fmla="*/ 16628 w 16628"/>
                <a:gd name="T7" fmla="*/ 0 h 15209"/>
                <a:gd name="T8" fmla="*/ 0 w 16628"/>
                <a:gd name="T9" fmla="*/ 0 h 15209"/>
                <a:gd name="T10" fmla="*/ 0 w 16628"/>
                <a:gd name="T11" fmla="*/ 6508 h 15209"/>
                <a:gd name="T12" fmla="*/ 8701 w 16628"/>
                <a:gd name="T13" fmla="*/ 15209 h 15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628" h="15209">
                  <a:moveTo>
                    <a:pt x="8701" y="15209"/>
                  </a:moveTo>
                  <a:cubicBezTo>
                    <a:pt x="8701" y="15209"/>
                    <a:pt x="8701" y="15209"/>
                    <a:pt x="8701" y="15209"/>
                  </a:cubicBezTo>
                  <a:cubicBezTo>
                    <a:pt x="12225" y="15209"/>
                    <a:pt x="15260" y="13114"/>
                    <a:pt x="16628" y="10101"/>
                  </a:cubicBezTo>
                  <a:cubicBezTo>
                    <a:pt x="16628" y="0"/>
                    <a:pt x="16628" y="0"/>
                    <a:pt x="166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508"/>
                    <a:pt x="0" y="6508"/>
                    <a:pt x="0" y="6508"/>
                  </a:cubicBezTo>
                  <a:cubicBezTo>
                    <a:pt x="0" y="11314"/>
                    <a:pt x="3896" y="15209"/>
                    <a:pt x="8701" y="152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5E1EC7C4-B361-4504-AACA-92C6878833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42051" y="4870450"/>
              <a:ext cx="5316538" cy="1987550"/>
            </a:xfrm>
            <a:custGeom>
              <a:avLst/>
              <a:gdLst>
                <a:gd name="T0" fmla="*/ 8906 w 16833"/>
                <a:gd name="T1" fmla="*/ 0 h 6279"/>
                <a:gd name="T2" fmla="*/ 0 w 16833"/>
                <a:gd name="T3" fmla="*/ 6279 h 6279"/>
                <a:gd name="T4" fmla="*/ 16833 w 16833"/>
                <a:gd name="T5" fmla="*/ 6279 h 6279"/>
                <a:gd name="T6" fmla="*/ 16833 w 16833"/>
                <a:gd name="T7" fmla="*/ 4302 h 6279"/>
                <a:gd name="T8" fmla="*/ 8906 w 16833"/>
                <a:gd name="T9" fmla="*/ 0 h 6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33" h="6279">
                  <a:moveTo>
                    <a:pt x="8906" y="0"/>
                  </a:moveTo>
                  <a:cubicBezTo>
                    <a:pt x="4799" y="0"/>
                    <a:pt x="1304" y="2619"/>
                    <a:pt x="0" y="6279"/>
                  </a:cubicBezTo>
                  <a:cubicBezTo>
                    <a:pt x="16833" y="6279"/>
                    <a:pt x="16833" y="6279"/>
                    <a:pt x="16833" y="6279"/>
                  </a:cubicBezTo>
                  <a:cubicBezTo>
                    <a:pt x="16833" y="4302"/>
                    <a:pt x="16833" y="4302"/>
                    <a:pt x="16833" y="4302"/>
                  </a:cubicBezTo>
                  <a:cubicBezTo>
                    <a:pt x="15147" y="1712"/>
                    <a:pt x="12227" y="0"/>
                    <a:pt x="8906" y="0"/>
                  </a:cubicBezTo>
                  <a:close/>
                </a:path>
              </a:pathLst>
            </a:custGeom>
            <a:solidFill>
              <a:srgbClr val="3736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69E87CCB-CBBD-4B69-825A-5D4AEE2801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2748" y="3951912"/>
            <a:ext cx="1688726" cy="1686238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Deakin University CRICOS Provider Code: 00113B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03908" y="3051740"/>
            <a:ext cx="5040000" cy="2206060"/>
          </a:xfrm>
        </p:spPr>
        <p:txBody>
          <a:bodyPr/>
          <a:lstStyle>
            <a:lvl1pPr marL="0" indent="0" algn="l">
              <a:buNone/>
              <a:defRPr sz="25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03907" y="1122363"/>
            <a:ext cx="5040000" cy="1835208"/>
          </a:xfrm>
        </p:spPr>
        <p:txBody>
          <a:bodyPr anchor="b"/>
          <a:lstStyle>
            <a:lvl1pPr algn="l">
              <a:defRPr sz="45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2876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01BC1A6-FA88-4814-A368-FA1F0C3E5EF9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3736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1BCF969-F22E-4363-BD98-B53B34219A98}"/>
              </a:ext>
            </a:extLst>
          </p:cNvPr>
          <p:cNvGrpSpPr/>
          <p:nvPr userDrawn="1"/>
        </p:nvGrpSpPr>
        <p:grpSpPr>
          <a:xfrm>
            <a:off x="6875462" y="0"/>
            <a:ext cx="5316538" cy="6858000"/>
            <a:chOff x="6242051" y="0"/>
            <a:chExt cx="5316538" cy="6858000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05E60E73-F1E3-409B-9111-F5BDA2C949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07138" y="0"/>
              <a:ext cx="5251450" cy="4816475"/>
            </a:xfrm>
            <a:custGeom>
              <a:avLst/>
              <a:gdLst>
                <a:gd name="T0" fmla="*/ 8701 w 16628"/>
                <a:gd name="T1" fmla="*/ 15209 h 15209"/>
                <a:gd name="T2" fmla="*/ 8701 w 16628"/>
                <a:gd name="T3" fmla="*/ 15209 h 15209"/>
                <a:gd name="T4" fmla="*/ 16628 w 16628"/>
                <a:gd name="T5" fmla="*/ 10101 h 15209"/>
                <a:gd name="T6" fmla="*/ 16628 w 16628"/>
                <a:gd name="T7" fmla="*/ 0 h 15209"/>
                <a:gd name="T8" fmla="*/ 0 w 16628"/>
                <a:gd name="T9" fmla="*/ 0 h 15209"/>
                <a:gd name="T10" fmla="*/ 0 w 16628"/>
                <a:gd name="T11" fmla="*/ 6508 h 15209"/>
                <a:gd name="T12" fmla="*/ 8701 w 16628"/>
                <a:gd name="T13" fmla="*/ 15209 h 15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628" h="15209">
                  <a:moveTo>
                    <a:pt x="8701" y="15209"/>
                  </a:moveTo>
                  <a:cubicBezTo>
                    <a:pt x="8701" y="15209"/>
                    <a:pt x="8701" y="15209"/>
                    <a:pt x="8701" y="15209"/>
                  </a:cubicBezTo>
                  <a:cubicBezTo>
                    <a:pt x="12225" y="15209"/>
                    <a:pt x="15260" y="13114"/>
                    <a:pt x="16628" y="10101"/>
                  </a:cubicBezTo>
                  <a:cubicBezTo>
                    <a:pt x="16628" y="0"/>
                    <a:pt x="16628" y="0"/>
                    <a:pt x="166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508"/>
                    <a:pt x="0" y="6508"/>
                    <a:pt x="0" y="6508"/>
                  </a:cubicBezTo>
                  <a:cubicBezTo>
                    <a:pt x="0" y="11314"/>
                    <a:pt x="3896" y="15209"/>
                    <a:pt x="8701" y="1520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5E1EC7C4-B361-4504-AACA-92C6878833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42051" y="4870450"/>
              <a:ext cx="5316538" cy="1987550"/>
            </a:xfrm>
            <a:custGeom>
              <a:avLst/>
              <a:gdLst>
                <a:gd name="T0" fmla="*/ 8906 w 16833"/>
                <a:gd name="T1" fmla="*/ 0 h 6279"/>
                <a:gd name="T2" fmla="*/ 0 w 16833"/>
                <a:gd name="T3" fmla="*/ 6279 h 6279"/>
                <a:gd name="T4" fmla="*/ 16833 w 16833"/>
                <a:gd name="T5" fmla="*/ 6279 h 6279"/>
                <a:gd name="T6" fmla="*/ 16833 w 16833"/>
                <a:gd name="T7" fmla="*/ 4302 h 6279"/>
                <a:gd name="T8" fmla="*/ 8906 w 16833"/>
                <a:gd name="T9" fmla="*/ 0 h 6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33" h="6279">
                  <a:moveTo>
                    <a:pt x="8906" y="0"/>
                  </a:moveTo>
                  <a:cubicBezTo>
                    <a:pt x="4799" y="0"/>
                    <a:pt x="1304" y="2619"/>
                    <a:pt x="0" y="6279"/>
                  </a:cubicBezTo>
                  <a:cubicBezTo>
                    <a:pt x="16833" y="6279"/>
                    <a:pt x="16833" y="6279"/>
                    <a:pt x="16833" y="6279"/>
                  </a:cubicBezTo>
                  <a:cubicBezTo>
                    <a:pt x="16833" y="4302"/>
                    <a:pt x="16833" y="4302"/>
                    <a:pt x="16833" y="4302"/>
                  </a:cubicBezTo>
                  <a:cubicBezTo>
                    <a:pt x="15147" y="1712"/>
                    <a:pt x="12227" y="0"/>
                    <a:pt x="8906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69E87CCB-CBBD-4B69-825A-5D4AEE2801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2748" y="3951912"/>
            <a:ext cx="1688726" cy="1686238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Deakin University CRICOS Provider Code: 00113B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03908" y="3051740"/>
            <a:ext cx="5040000" cy="2206060"/>
          </a:xfrm>
        </p:spPr>
        <p:txBody>
          <a:bodyPr/>
          <a:lstStyle>
            <a:lvl1pPr marL="0" indent="0" algn="l">
              <a:buNone/>
              <a:defRPr sz="25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03907" y="1122363"/>
            <a:ext cx="5040000" cy="1835208"/>
          </a:xfrm>
        </p:spPr>
        <p:txBody>
          <a:bodyPr anchor="b"/>
          <a:lstStyle>
            <a:lvl1pPr algn="l">
              <a:defRPr sz="45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836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01BC1A6-FA88-4814-A368-FA1F0C3E5EF9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0A4702B-2D34-4ADF-9BC5-6B1C45BD0F7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940548" y="0"/>
            <a:ext cx="5251450" cy="4816475"/>
          </a:xfrm>
          <a:custGeom>
            <a:avLst/>
            <a:gdLst>
              <a:gd name="connsiteX0" fmla="*/ 0 w 5251450"/>
              <a:gd name="connsiteY0" fmla="*/ 0 h 4816475"/>
              <a:gd name="connsiteX1" fmla="*/ 5251450 w 5251450"/>
              <a:gd name="connsiteY1" fmla="*/ 0 h 4816475"/>
              <a:gd name="connsiteX2" fmla="*/ 5251450 w 5251450"/>
              <a:gd name="connsiteY2" fmla="*/ 3198844 h 4816475"/>
              <a:gd name="connsiteX3" fmla="*/ 2747947 w 5251450"/>
              <a:gd name="connsiteY3" fmla="*/ 4816475 h 4816475"/>
              <a:gd name="connsiteX4" fmla="*/ 0 w 5251450"/>
              <a:gd name="connsiteY4" fmla="*/ 2060992 h 4816475"/>
              <a:gd name="connsiteX5" fmla="*/ 0 w 5251450"/>
              <a:gd name="connsiteY5" fmla="*/ 0 h 4816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51450" h="4816475">
                <a:moveTo>
                  <a:pt x="0" y="0"/>
                </a:moveTo>
                <a:cubicBezTo>
                  <a:pt x="0" y="0"/>
                  <a:pt x="0" y="0"/>
                  <a:pt x="5251450" y="0"/>
                </a:cubicBezTo>
                <a:cubicBezTo>
                  <a:pt x="5251450" y="0"/>
                  <a:pt x="5251450" y="0"/>
                  <a:pt x="5251450" y="3198844"/>
                </a:cubicBezTo>
                <a:cubicBezTo>
                  <a:pt x="4819409" y="4153018"/>
                  <a:pt x="3860896" y="4816475"/>
                  <a:pt x="2747947" y="4816475"/>
                </a:cubicBezTo>
                <a:cubicBezTo>
                  <a:pt x="1230434" y="4816475"/>
                  <a:pt x="0" y="3582984"/>
                  <a:pt x="0" y="2060992"/>
                </a:cubicBezTo>
                <a:cubicBezTo>
                  <a:pt x="0" y="2060992"/>
                  <a:pt x="0" y="2060992"/>
                  <a:pt x="0" y="0"/>
                </a:cubicBezTo>
                <a:close/>
              </a:path>
            </a:pathLst>
          </a:custGeom>
          <a:solidFill>
            <a:schemeClr val="accent6">
              <a:lumMod val="90000"/>
            </a:schemeClr>
          </a:solidFill>
        </p:spPr>
        <p:txBody>
          <a:bodyPr wrap="square" lIns="144000" tIns="144000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5E1EC7C4-B361-4504-AACA-92C6878833E5}"/>
              </a:ext>
            </a:extLst>
          </p:cNvPr>
          <p:cNvSpPr>
            <a:spLocks/>
          </p:cNvSpPr>
          <p:nvPr userDrawn="1"/>
        </p:nvSpPr>
        <p:spPr bwMode="auto">
          <a:xfrm>
            <a:off x="6875462" y="4870450"/>
            <a:ext cx="5316538" cy="1987550"/>
          </a:xfrm>
          <a:custGeom>
            <a:avLst/>
            <a:gdLst>
              <a:gd name="T0" fmla="*/ 8906 w 16833"/>
              <a:gd name="T1" fmla="*/ 0 h 6279"/>
              <a:gd name="T2" fmla="*/ 0 w 16833"/>
              <a:gd name="T3" fmla="*/ 6279 h 6279"/>
              <a:gd name="T4" fmla="*/ 16833 w 16833"/>
              <a:gd name="T5" fmla="*/ 6279 h 6279"/>
              <a:gd name="T6" fmla="*/ 16833 w 16833"/>
              <a:gd name="T7" fmla="*/ 4302 h 6279"/>
              <a:gd name="T8" fmla="*/ 8906 w 16833"/>
              <a:gd name="T9" fmla="*/ 0 h 6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833" h="6279">
                <a:moveTo>
                  <a:pt x="8906" y="0"/>
                </a:moveTo>
                <a:cubicBezTo>
                  <a:pt x="4799" y="0"/>
                  <a:pt x="1304" y="2619"/>
                  <a:pt x="0" y="6279"/>
                </a:cubicBezTo>
                <a:cubicBezTo>
                  <a:pt x="16833" y="6279"/>
                  <a:pt x="16833" y="6279"/>
                  <a:pt x="16833" y="6279"/>
                </a:cubicBezTo>
                <a:cubicBezTo>
                  <a:pt x="16833" y="4302"/>
                  <a:pt x="16833" y="4302"/>
                  <a:pt x="16833" y="4302"/>
                </a:cubicBezTo>
                <a:cubicBezTo>
                  <a:pt x="15147" y="1712"/>
                  <a:pt x="12227" y="0"/>
                  <a:pt x="890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86A7A4D3-DC75-4624-B5C5-55F94869F68C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8807877" y="3944914"/>
            <a:ext cx="1699200" cy="16992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2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4pPr>
            <a:lvl5pPr marL="0">
              <a:spcBef>
                <a:spcPts val="0"/>
              </a:spcBef>
              <a:defRPr sz="20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20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20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2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   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Deakin University CRICOS Provider Code: 00113B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03908" y="3051740"/>
            <a:ext cx="5040000" cy="2206060"/>
          </a:xfrm>
        </p:spPr>
        <p:txBody>
          <a:bodyPr/>
          <a:lstStyle>
            <a:lvl1pPr marL="0" indent="0" algn="l">
              <a:buNone/>
              <a:defRPr sz="25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03907" y="1122363"/>
            <a:ext cx="5040000" cy="1835208"/>
          </a:xfrm>
        </p:spPr>
        <p:txBody>
          <a:bodyPr anchor="b"/>
          <a:lstStyle>
            <a:lvl1pPr algn="l">
              <a:defRPr sz="45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3746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0474969-1787-479A-924E-1D2D1F2AE7AC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E7AE052A-B77F-4049-9BBA-BEC841AE0D9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26436" y="601980"/>
            <a:ext cx="3865565" cy="5657444"/>
          </a:xfrm>
          <a:custGeom>
            <a:avLst/>
            <a:gdLst>
              <a:gd name="connsiteX0" fmla="*/ 2632641 w 3865565"/>
              <a:gd name="connsiteY0" fmla="*/ 0 h 5657444"/>
              <a:gd name="connsiteX1" fmla="*/ 3039129 w 3865565"/>
              <a:gd name="connsiteY1" fmla="*/ 0 h 5657444"/>
              <a:gd name="connsiteX2" fmla="*/ 3830041 w 3865565"/>
              <a:gd name="connsiteY2" fmla="*/ 172187 h 5657444"/>
              <a:gd name="connsiteX3" fmla="*/ 3865565 w 3865565"/>
              <a:gd name="connsiteY3" fmla="*/ 186581 h 5657444"/>
              <a:gd name="connsiteX4" fmla="*/ 3865565 w 3865565"/>
              <a:gd name="connsiteY4" fmla="*/ 5462255 h 5657444"/>
              <a:gd name="connsiteX5" fmla="*/ 3760710 w 3865565"/>
              <a:gd name="connsiteY5" fmla="*/ 5502445 h 5657444"/>
              <a:gd name="connsiteX6" fmla="*/ 2835885 w 3865565"/>
              <a:gd name="connsiteY6" fmla="*/ 5657444 h 5657444"/>
              <a:gd name="connsiteX7" fmla="*/ 0 w 3865565"/>
              <a:gd name="connsiteY7" fmla="*/ 2825551 h 5657444"/>
              <a:gd name="connsiteX8" fmla="*/ 2632641 w 3865565"/>
              <a:gd name="connsiteY8" fmla="*/ 0 h 565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65565" h="5657444">
                <a:moveTo>
                  <a:pt x="2632641" y="0"/>
                </a:moveTo>
                <a:lnTo>
                  <a:pt x="3039129" y="0"/>
                </a:lnTo>
                <a:cubicBezTo>
                  <a:pt x="3315017" y="19820"/>
                  <a:pt x="3580980" y="79280"/>
                  <a:pt x="3830041" y="172187"/>
                </a:cubicBezTo>
                <a:lnTo>
                  <a:pt x="3865565" y="186581"/>
                </a:lnTo>
                <a:lnTo>
                  <a:pt x="3865565" y="5462255"/>
                </a:lnTo>
                <a:lnTo>
                  <a:pt x="3760710" y="5502445"/>
                </a:lnTo>
                <a:cubicBezTo>
                  <a:pt x="3470525" y="5602939"/>
                  <a:pt x="3159407" y="5657444"/>
                  <a:pt x="2835885" y="5657444"/>
                </a:cubicBezTo>
                <a:cubicBezTo>
                  <a:pt x="1270273" y="5657444"/>
                  <a:pt x="0" y="4388959"/>
                  <a:pt x="0" y="2825551"/>
                </a:cubicBezTo>
                <a:cubicBezTo>
                  <a:pt x="0" y="1328738"/>
                  <a:pt x="1162300" y="104650"/>
                  <a:pt x="2632641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tIns="1548000">
            <a:noAutofit/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sz="1400" dirty="0"/>
              <a:t>Click Icon to Add Image</a:t>
            </a:r>
            <a:endParaRPr lang="en-AU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C22E693-5B73-479C-B297-AC021617C7C9}"/>
              </a:ext>
            </a:extLst>
          </p:cNvPr>
          <p:cNvSpPr>
            <a:spLocks/>
          </p:cNvSpPr>
          <p:nvPr userDrawn="1"/>
        </p:nvSpPr>
        <p:spPr bwMode="auto">
          <a:xfrm>
            <a:off x="0" y="601980"/>
            <a:ext cx="8245719" cy="5657444"/>
          </a:xfrm>
          <a:custGeom>
            <a:avLst/>
            <a:gdLst>
              <a:gd name="connsiteX0" fmla="*/ 0 w 8245719"/>
              <a:gd name="connsiteY0" fmla="*/ 0 h 5657444"/>
              <a:gd name="connsiteX1" fmla="*/ 2413221 w 8245719"/>
              <a:gd name="connsiteY1" fmla="*/ 0 h 5657444"/>
              <a:gd name="connsiteX2" fmla="*/ 2560722 w 8245719"/>
              <a:gd name="connsiteY2" fmla="*/ 0 h 5657444"/>
              <a:gd name="connsiteX3" fmla="*/ 2686080 w 8245719"/>
              <a:gd name="connsiteY3" fmla="*/ 0 h 5657444"/>
              <a:gd name="connsiteX4" fmla="*/ 5416593 w 8245719"/>
              <a:gd name="connsiteY4" fmla="*/ 0 h 5657444"/>
              <a:gd name="connsiteX5" fmla="*/ 8245719 w 8245719"/>
              <a:gd name="connsiteY5" fmla="*/ 2828722 h 5657444"/>
              <a:gd name="connsiteX6" fmla="*/ 5416593 w 8245719"/>
              <a:gd name="connsiteY6" fmla="*/ 5657444 h 5657444"/>
              <a:gd name="connsiteX7" fmla="*/ 2571602 w 8245719"/>
              <a:gd name="connsiteY7" fmla="*/ 5657444 h 5657444"/>
              <a:gd name="connsiteX8" fmla="*/ 2560722 w 8245719"/>
              <a:gd name="connsiteY8" fmla="*/ 5657444 h 5657444"/>
              <a:gd name="connsiteX9" fmla="*/ 2504877 w 8245719"/>
              <a:gd name="connsiteY9" fmla="*/ 5657444 h 5657444"/>
              <a:gd name="connsiteX10" fmla="*/ 2413221 w 8245719"/>
              <a:gd name="connsiteY10" fmla="*/ 5657444 h 5657444"/>
              <a:gd name="connsiteX11" fmla="*/ 0 w 8245719"/>
              <a:gd name="connsiteY11" fmla="*/ 5657444 h 565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5719" h="5657444">
                <a:moveTo>
                  <a:pt x="0" y="0"/>
                </a:moveTo>
                <a:lnTo>
                  <a:pt x="2413221" y="0"/>
                </a:lnTo>
                <a:lnTo>
                  <a:pt x="2560722" y="0"/>
                </a:lnTo>
                <a:lnTo>
                  <a:pt x="2686080" y="0"/>
                </a:lnTo>
                <a:cubicBezTo>
                  <a:pt x="5416593" y="0"/>
                  <a:pt x="5416593" y="0"/>
                  <a:pt x="5416593" y="0"/>
                </a:cubicBezTo>
                <a:cubicBezTo>
                  <a:pt x="6978474" y="0"/>
                  <a:pt x="8245719" y="1267065"/>
                  <a:pt x="8245719" y="2828722"/>
                </a:cubicBezTo>
                <a:cubicBezTo>
                  <a:pt x="8245719" y="4390380"/>
                  <a:pt x="6978474" y="5657444"/>
                  <a:pt x="5416593" y="5657444"/>
                </a:cubicBezTo>
                <a:cubicBezTo>
                  <a:pt x="3539486" y="5657444"/>
                  <a:pt x="2835570" y="5657444"/>
                  <a:pt x="2571602" y="5657444"/>
                </a:cubicBezTo>
                <a:lnTo>
                  <a:pt x="2560722" y="5657444"/>
                </a:lnTo>
                <a:lnTo>
                  <a:pt x="2504877" y="5657444"/>
                </a:lnTo>
                <a:cubicBezTo>
                  <a:pt x="2413221" y="5657444"/>
                  <a:pt x="2413221" y="5657444"/>
                  <a:pt x="2413221" y="5657444"/>
                </a:cubicBezTo>
                <a:lnTo>
                  <a:pt x="0" y="565744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AU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017768F-8DC2-477F-9ECD-81F29364F3DD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7476836" y="2579400"/>
            <a:ext cx="1699200" cy="16992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2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4pPr>
            <a:lvl5pPr marL="0">
              <a:spcBef>
                <a:spcPts val="0"/>
              </a:spcBef>
              <a:defRPr sz="20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20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20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2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   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r>
              <a:rPr lang="en-AU" dirty="0"/>
              <a:t>Deakin University CRICOS Provider Code: 00113B</a:t>
            </a:r>
            <a:endParaRPr lang="en-GB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36ACC5A-D2CF-40E7-8984-09E0560FD4B7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84954" y="3212433"/>
            <a:ext cx="6040436" cy="21171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5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25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5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500">
                <a:solidFill>
                  <a:schemeClr val="bg1"/>
                </a:solidFill>
              </a:defRPr>
            </a:lvl4pPr>
            <a:lvl5pPr marL="0">
              <a:spcBef>
                <a:spcPts val="0"/>
              </a:spcBef>
              <a:defRPr sz="250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250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250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25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2500">
                <a:solidFill>
                  <a:schemeClr val="bg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lang="en-GB" dirty="0"/>
          </a:p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  <a:endParaRPr lang="en-AU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85538" y="1693697"/>
            <a:ext cx="6039852" cy="1490662"/>
          </a:xfrm>
        </p:spPr>
        <p:txBody>
          <a:bodyPr anchor="b"/>
          <a:lstStyle>
            <a:lvl1pPr>
              <a:defRPr sz="45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B5E3CE-8CB8-4B24-9C3C-7FB9A7F935DB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D1FA1-B828-46C4-A5A6-45C61AEB139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5AEA0E0-5CC6-4BD0-905C-A0021E41943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5030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67BA4DE8-38D7-442D-A110-51B4EF65A77C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Picture Placeholder 52">
            <a:extLst>
              <a:ext uri="{FF2B5EF4-FFF2-40B4-BE49-F238E27FC236}">
                <a16:creationId xmlns:a16="http://schemas.microsoft.com/office/drawing/2014/main" id="{A8485562-E630-4C57-98C3-B101EF15FC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69693" y="-3667"/>
            <a:ext cx="9422307" cy="6876000"/>
          </a:xfrm>
          <a:custGeom>
            <a:avLst/>
            <a:gdLst>
              <a:gd name="connsiteX0" fmla="*/ 3980197 w 9422307"/>
              <a:gd name="connsiteY0" fmla="*/ 0 h 6858000"/>
              <a:gd name="connsiteX1" fmla="*/ 9422307 w 9422307"/>
              <a:gd name="connsiteY1" fmla="*/ 0 h 6858000"/>
              <a:gd name="connsiteX2" fmla="*/ 9422307 w 9422307"/>
              <a:gd name="connsiteY2" fmla="*/ 6858000 h 6858000"/>
              <a:gd name="connsiteX3" fmla="*/ 0 w 9422307"/>
              <a:gd name="connsiteY3" fmla="*/ 6858000 h 6858000"/>
              <a:gd name="connsiteX4" fmla="*/ 1570767 w 9422307"/>
              <a:gd name="connsiteY4" fmla="*/ 415021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22307" h="6858000">
                <a:moveTo>
                  <a:pt x="3980197" y="0"/>
                </a:moveTo>
                <a:lnTo>
                  <a:pt x="9422307" y="0"/>
                </a:lnTo>
                <a:lnTo>
                  <a:pt x="9422307" y="6858000"/>
                </a:lnTo>
                <a:lnTo>
                  <a:pt x="0" y="6858000"/>
                </a:lnTo>
                <a:lnTo>
                  <a:pt x="1570767" y="415021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tIns="144000" rIns="180000">
            <a:noAutofit/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Click Icon to Add Image</a:t>
            </a: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97A055C5-456B-4769-A5F8-9C3D2A1ADEE2}"/>
              </a:ext>
            </a:extLst>
          </p:cNvPr>
          <p:cNvSpPr/>
          <p:nvPr userDrawn="1"/>
        </p:nvSpPr>
        <p:spPr>
          <a:xfrm>
            <a:off x="1" y="5265083"/>
            <a:ext cx="924688" cy="1596583"/>
          </a:xfrm>
          <a:custGeom>
            <a:avLst/>
            <a:gdLst>
              <a:gd name="connsiteX0" fmla="*/ 0 w 924688"/>
              <a:gd name="connsiteY0" fmla="*/ 0 h 1596583"/>
              <a:gd name="connsiteX1" fmla="*/ 924688 w 924688"/>
              <a:gd name="connsiteY1" fmla="*/ 1596583 h 1596583"/>
              <a:gd name="connsiteX2" fmla="*/ 0 w 924688"/>
              <a:gd name="connsiteY2" fmla="*/ 1596583 h 1596583"/>
              <a:gd name="connsiteX3" fmla="*/ 0 w 924688"/>
              <a:gd name="connsiteY3" fmla="*/ 0 h 1596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688" h="1596583">
                <a:moveTo>
                  <a:pt x="0" y="0"/>
                </a:moveTo>
                <a:lnTo>
                  <a:pt x="924688" y="1596583"/>
                </a:lnTo>
                <a:lnTo>
                  <a:pt x="0" y="159658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BA07B5EF-3EE8-4180-965B-121B37F648B0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10928916" y="5592758"/>
            <a:ext cx="1062000" cy="10620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2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4pPr>
            <a:lvl5pPr marL="0">
              <a:spcBef>
                <a:spcPts val="0"/>
              </a:spcBef>
              <a:defRPr sz="20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20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20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2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   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3022977" y="6538912"/>
            <a:ext cx="6624000" cy="204248"/>
          </a:xfrm>
        </p:spPr>
        <p:txBody>
          <a:bodyPr/>
          <a:lstStyle/>
          <a:p>
            <a:r>
              <a:rPr lang="en-AU" dirty="0"/>
              <a:t>Deakin University CRICOS Provider Code: 00113B</a:t>
            </a:r>
            <a:endParaRPr lang="en-GB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36ACC5A-D2CF-40E7-8984-09E0560FD4B7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84954" y="2074841"/>
            <a:ext cx="4952246" cy="21171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5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25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5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500">
                <a:solidFill>
                  <a:schemeClr val="bg1"/>
                </a:solidFill>
              </a:defRPr>
            </a:lvl4pPr>
            <a:lvl5pPr marL="0">
              <a:spcBef>
                <a:spcPts val="0"/>
              </a:spcBef>
              <a:defRPr sz="250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250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250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25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2500">
                <a:solidFill>
                  <a:schemeClr val="bg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lang="en-GB" dirty="0"/>
          </a:p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  <a:endParaRPr lang="en-AU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85538" y="838201"/>
            <a:ext cx="4951662" cy="1152194"/>
          </a:xfrm>
        </p:spPr>
        <p:txBody>
          <a:bodyPr anchor="b"/>
          <a:lstStyle>
            <a:lvl1pPr>
              <a:defRPr sz="45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D6ED2-EF17-4548-B973-EBB43BD38612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18456" y="6538912"/>
            <a:ext cx="1656000" cy="204248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BED38-6003-4678-9BB5-7D20FD81EBB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242456" y="6495602"/>
            <a:ext cx="576000" cy="247558"/>
          </a:xfrm>
        </p:spPr>
        <p:txBody>
          <a:bodyPr/>
          <a:lstStyle/>
          <a:p>
            <a:fld id="{F5AEA0E0-5CC6-4BD0-905C-A0021E41943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2362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A8479152-EC59-4E85-860A-7F94ED52F8B1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16C46A4B-C7F3-48A4-A48B-242F24F3CC9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6259424 h 6858000"/>
              <a:gd name="connsiteX5" fmla="*/ 2153 w 12192000"/>
              <a:gd name="connsiteY5" fmla="*/ 6259424 h 6858000"/>
              <a:gd name="connsiteX6" fmla="*/ 82352 w 12192000"/>
              <a:gd name="connsiteY6" fmla="*/ 6259424 h 6858000"/>
              <a:gd name="connsiteX7" fmla="*/ 138197 w 12192000"/>
              <a:gd name="connsiteY7" fmla="*/ 6259424 h 6858000"/>
              <a:gd name="connsiteX8" fmla="*/ 149077 w 12192000"/>
              <a:gd name="connsiteY8" fmla="*/ 6259424 h 6858000"/>
              <a:gd name="connsiteX9" fmla="*/ 2994068 w 12192000"/>
              <a:gd name="connsiteY9" fmla="*/ 6259424 h 6858000"/>
              <a:gd name="connsiteX10" fmla="*/ 5823194 w 12192000"/>
              <a:gd name="connsiteY10" fmla="*/ 3430702 h 6858000"/>
              <a:gd name="connsiteX11" fmla="*/ 2994068 w 12192000"/>
              <a:gd name="connsiteY11" fmla="*/ 601980 h 6858000"/>
              <a:gd name="connsiteX12" fmla="*/ 263555 w 12192000"/>
              <a:gd name="connsiteY12" fmla="*/ 601980 h 6858000"/>
              <a:gd name="connsiteX13" fmla="*/ 138197 w 12192000"/>
              <a:gd name="connsiteY13" fmla="*/ 601980 h 6858000"/>
              <a:gd name="connsiteX14" fmla="*/ 0 w 12192000"/>
              <a:gd name="connsiteY14" fmla="*/ 60198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259424"/>
                </a:lnTo>
                <a:lnTo>
                  <a:pt x="2153" y="6259424"/>
                </a:lnTo>
                <a:cubicBezTo>
                  <a:pt x="13610" y="6259424"/>
                  <a:pt x="36524" y="6259424"/>
                  <a:pt x="82352" y="6259424"/>
                </a:cubicBezTo>
                <a:lnTo>
                  <a:pt x="138197" y="6259424"/>
                </a:lnTo>
                <a:lnTo>
                  <a:pt x="149077" y="6259424"/>
                </a:lnTo>
                <a:cubicBezTo>
                  <a:pt x="413045" y="6259424"/>
                  <a:pt x="1116961" y="6259424"/>
                  <a:pt x="2994068" y="6259424"/>
                </a:cubicBezTo>
                <a:cubicBezTo>
                  <a:pt x="4555949" y="6259424"/>
                  <a:pt x="5823194" y="4992360"/>
                  <a:pt x="5823194" y="3430702"/>
                </a:cubicBezTo>
                <a:cubicBezTo>
                  <a:pt x="5823194" y="1869045"/>
                  <a:pt x="4555949" y="601980"/>
                  <a:pt x="2994068" y="601980"/>
                </a:cubicBezTo>
                <a:cubicBezTo>
                  <a:pt x="2994068" y="601980"/>
                  <a:pt x="2994068" y="601980"/>
                  <a:pt x="263555" y="601980"/>
                </a:cubicBezTo>
                <a:lnTo>
                  <a:pt x="138197" y="601980"/>
                </a:lnTo>
                <a:lnTo>
                  <a:pt x="0" y="60198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tIns="144000" rIns="144000">
            <a:noAutofit/>
          </a:bodyPr>
          <a:lstStyle>
            <a:lvl1pPr algn="l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sz="1400" dirty="0"/>
              <a:t>Drag and drop image form a folder, or click on the placeholder and select ‘Insert \ Images’</a:t>
            </a:r>
            <a:endParaRPr lang="en-AU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03D38F9-D214-40CC-B04B-41988914E4F4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5074077" y="2579400"/>
            <a:ext cx="1699200" cy="16992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2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4pPr>
            <a:lvl5pPr marL="0">
              <a:spcBef>
                <a:spcPts val="0"/>
              </a:spcBef>
              <a:defRPr sz="20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20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20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2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   </a:t>
            </a:r>
            <a:endParaRPr lang="en-AU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6BDA700-3D1B-49F1-9223-954502A2E2F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Deakin University CRICOS Provider Code: 00113B</a:t>
            </a:r>
            <a:endParaRPr lang="en-GB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36ACC5A-D2CF-40E7-8984-09E0560FD4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953" y="3213099"/>
            <a:ext cx="4489123" cy="134731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5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25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5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500">
                <a:solidFill>
                  <a:schemeClr val="bg1"/>
                </a:solidFill>
              </a:defRPr>
            </a:lvl4pPr>
            <a:lvl5pPr marL="0">
              <a:spcBef>
                <a:spcPts val="0"/>
              </a:spcBef>
              <a:defRPr sz="250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250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250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25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2500">
                <a:solidFill>
                  <a:schemeClr val="bg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lang="en-GB" dirty="0"/>
          </a:p>
          <a:p>
            <a:pPr lvl="0"/>
            <a:r>
              <a:rPr lang="en-US" dirty="0"/>
              <a:t>Sub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  <a:endParaRPr lang="en-AU" dirty="0"/>
          </a:p>
        </p:txBody>
      </p:sp>
      <p:sp>
        <p:nvSpPr>
          <p:cNvPr id="27" name="Title 26">
            <a:extLst>
              <a:ext uri="{FF2B5EF4-FFF2-40B4-BE49-F238E27FC236}">
                <a16:creationId xmlns:a16="http://schemas.microsoft.com/office/drawing/2014/main" id="{ABBA3CDA-E776-40AE-B46D-45A45CC5D9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952" y="2222662"/>
            <a:ext cx="4489123" cy="959957"/>
          </a:xfrm>
        </p:spPr>
        <p:txBody>
          <a:bodyPr anchor="b"/>
          <a:lstStyle>
            <a:lvl1pPr>
              <a:defRPr sz="45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AU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4EFB1E-7596-419D-88EB-C9EFE444507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B12942-414A-46C0-9AEE-8A03969C7C0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AEA0E0-5CC6-4BD0-905C-A0021E41943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9296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C57DA6F-A204-4940-B919-67CA81BB5E7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lIns="144000" tIns="144000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sz="1400" dirty="0"/>
              <a:t>Click Icon to Add Image</a:t>
            </a:r>
            <a:endParaRPr lang="en-A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11B59CA2-2EEE-4B61-A623-6BE4CE88BB2D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10928916" y="5592758"/>
            <a:ext cx="1062000" cy="10620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2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4pPr>
            <a:lvl5pPr marL="0">
              <a:spcBef>
                <a:spcPts val="0"/>
              </a:spcBef>
              <a:defRPr sz="20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20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20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2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   </a:t>
            </a:r>
            <a:endParaRPr lang="en-AU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6BDA700-3D1B-49F1-9223-954502A2E2F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Deakin University CRICOS Provider Code: 00113B</a:t>
            </a:r>
            <a:endParaRPr lang="en-GB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36ACC5A-D2CF-40E7-8984-09E0560FD4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953" y="3213099"/>
            <a:ext cx="4577597" cy="134731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500">
                <a:solidFill>
                  <a:schemeClr val="bg1"/>
                </a:solidFill>
              </a:defRPr>
            </a:lvl1pPr>
            <a:lvl2pPr marL="223200" indent="-180000">
              <a:spcBef>
                <a:spcPts val="0"/>
              </a:spcBef>
              <a:buSzPct val="75000"/>
              <a:buFont typeface="Calibri" panose="020F0502020204030204" pitchFamily="34" charset="0"/>
              <a:buChar char="●"/>
              <a:defRPr sz="1800">
                <a:solidFill>
                  <a:schemeClr val="bg1"/>
                </a:solidFill>
              </a:defRPr>
            </a:lvl2pPr>
            <a:lvl3pPr marL="223200" indent="-180000">
              <a:spcBef>
                <a:spcPts val="0"/>
              </a:spcBef>
              <a:buSzPct val="75000"/>
              <a:buFont typeface="Calibri" panose="020F0502020204030204" pitchFamily="34" charset="0"/>
              <a:buChar char="●"/>
              <a:defRPr sz="1800">
                <a:solidFill>
                  <a:schemeClr val="bg1"/>
                </a:solidFill>
              </a:defRPr>
            </a:lvl3pPr>
            <a:lvl4pPr marL="223200" indent="-180000">
              <a:spcBef>
                <a:spcPts val="0"/>
              </a:spcBef>
              <a:buSzPct val="75000"/>
              <a:buFont typeface="Calibri" panose="020F0502020204030204" pitchFamily="34" charset="0"/>
              <a:buChar char="●"/>
              <a:defRPr sz="1800">
                <a:solidFill>
                  <a:schemeClr val="bg1"/>
                </a:solidFill>
              </a:defRPr>
            </a:lvl4pPr>
            <a:lvl5pPr marL="223200" indent="-180000">
              <a:spcBef>
                <a:spcPts val="0"/>
              </a:spcBef>
              <a:buSzPct val="75000"/>
              <a:buFont typeface="Calibri" panose="020F0502020204030204" pitchFamily="34" charset="0"/>
              <a:buChar char="●"/>
              <a:defRPr sz="1800">
                <a:solidFill>
                  <a:schemeClr val="bg1"/>
                </a:solidFill>
              </a:defRPr>
            </a:lvl5pPr>
            <a:lvl6pPr marL="223200" indent="-180000">
              <a:spcBef>
                <a:spcPts val="0"/>
              </a:spcBef>
              <a:buSzPct val="75000"/>
              <a:buFont typeface="Calibri" panose="020F0502020204030204" pitchFamily="34" charset="0"/>
              <a:buChar char="●"/>
              <a:defRPr sz="1800">
                <a:solidFill>
                  <a:schemeClr val="bg1"/>
                </a:solidFill>
              </a:defRPr>
            </a:lvl6pPr>
            <a:lvl7pPr marL="223200" indent="-180000">
              <a:spcBef>
                <a:spcPts val="0"/>
              </a:spcBef>
              <a:buSzPct val="75000"/>
              <a:buFont typeface="Calibri" panose="020F0502020204030204" pitchFamily="34" charset="0"/>
              <a:buChar char="●"/>
              <a:defRPr sz="1800">
                <a:solidFill>
                  <a:schemeClr val="bg1"/>
                </a:solidFill>
              </a:defRPr>
            </a:lvl7pPr>
            <a:lvl8pPr marL="223200" indent="-180000">
              <a:spcBef>
                <a:spcPts val="0"/>
              </a:spcBef>
              <a:buSzPct val="75000"/>
              <a:buFont typeface="Calibri" panose="020F0502020204030204" pitchFamily="34" charset="0"/>
              <a:buChar char="●"/>
              <a:defRPr sz="1800">
                <a:solidFill>
                  <a:schemeClr val="bg1"/>
                </a:solidFill>
              </a:defRPr>
            </a:lvl8pPr>
            <a:lvl9pPr marL="223200" indent="-180000">
              <a:spcBef>
                <a:spcPts val="0"/>
              </a:spcBef>
              <a:buSzPct val="75000"/>
              <a:buFont typeface="Calibri" panose="020F0502020204030204" pitchFamily="34" charset="0"/>
              <a:buChar char="●"/>
              <a:defRPr sz="1800">
                <a:solidFill>
                  <a:schemeClr val="bg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lang="en-GB" dirty="0"/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  <a:endParaRPr lang="en-AU" dirty="0"/>
          </a:p>
        </p:txBody>
      </p:sp>
      <p:sp>
        <p:nvSpPr>
          <p:cNvPr id="27" name="Title 26">
            <a:extLst>
              <a:ext uri="{FF2B5EF4-FFF2-40B4-BE49-F238E27FC236}">
                <a16:creationId xmlns:a16="http://schemas.microsoft.com/office/drawing/2014/main" id="{ABBA3CDA-E776-40AE-B46D-45A45CC5D9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952" y="2222662"/>
            <a:ext cx="4577597" cy="959957"/>
          </a:xfrm>
        </p:spPr>
        <p:txBody>
          <a:bodyPr anchor="b"/>
          <a:lstStyle>
            <a:lvl1pPr>
              <a:defRPr sz="45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AU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131C4A-F56A-4B3F-B779-91C3D6CCBE6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E2B424-2E74-4479-A134-710EC46ECCF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5AEA0E0-5CC6-4BD0-905C-A0021E41943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719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Deakin University CRICOS Provider Code: 00113B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360C9-D6E6-46AC-8EF9-EEF25F267E1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90538" y="1758950"/>
            <a:ext cx="10193790" cy="3974666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2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2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on the relevant icon at the </a:t>
            </a:r>
            <a:r>
              <a:rPr lang="en-US" dirty="0" err="1"/>
              <a:t>centre</a:t>
            </a:r>
            <a:r>
              <a:rPr lang="en-US" dirty="0"/>
              <a:t> of the placeholder to add: Text / Table / Chart / SmartArt / Image / Media. There are five type styles in the template, available as List Levels. Press the Increase / Decrease button in the paragraph section of the home ribbon to move through the styles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D31D76-E5CB-429A-9B45-398ECFBE8DB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3C109-1995-4EEB-A045-C1349328641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5AEA0E0-5CC6-4BD0-905C-A0021E41943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0854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6BD6C96-781C-4A3F-97CF-70B1B00818F8}"/>
              </a:ext>
            </a:extLst>
          </p:cNvPr>
          <p:cNvSpPr/>
          <p:nvPr userDrawn="1"/>
        </p:nvSpPr>
        <p:spPr>
          <a:xfrm>
            <a:off x="0" y="0"/>
            <a:ext cx="12191999" cy="518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Deakin University CRICOS Provider Code: 00113B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28D9B9-3392-4769-8DFF-BE6FA168AE0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90538" y="1758950"/>
            <a:ext cx="10193790" cy="3974666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2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2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on the relevant icon at the </a:t>
            </a:r>
            <a:r>
              <a:rPr lang="en-US" dirty="0" err="1"/>
              <a:t>centre</a:t>
            </a:r>
            <a:r>
              <a:rPr lang="en-US" dirty="0"/>
              <a:t> of the placeholder to add: Text / Table / Chart / SmartArt / Image / Media. There are five type styles in the template, available as List Levels. Press the Increase / Decrease button in the paragraph section of the home ribbon to move through the styles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5821AF-BC3E-4844-ADF3-757AC8C587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2904B-2A20-41BB-BEF0-B4446AC1A43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5AEA0E0-5CC6-4BD0-905C-A0021E41943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0014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707AC9EC-B695-415B-B6C5-74325AD87060}"/>
              </a:ext>
            </a:extLst>
          </p:cNvPr>
          <p:cNvSpPr/>
          <p:nvPr userDrawn="1"/>
        </p:nvSpPr>
        <p:spPr>
          <a:xfrm>
            <a:off x="0" y="0"/>
            <a:ext cx="12191999" cy="15039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3EAA3666-B8A8-41AC-9F39-8F2ACFA8A9E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34200" y="1"/>
            <a:ext cx="2857798" cy="4930775"/>
          </a:xfrm>
          <a:custGeom>
            <a:avLst/>
            <a:gdLst>
              <a:gd name="connsiteX0" fmla="*/ 0 w 2857798"/>
              <a:gd name="connsiteY0" fmla="*/ 0 h 4930775"/>
              <a:gd name="connsiteX1" fmla="*/ 2857798 w 2857798"/>
              <a:gd name="connsiteY1" fmla="*/ 0 h 4930775"/>
              <a:gd name="connsiteX2" fmla="*/ 2857798 w 2857798"/>
              <a:gd name="connsiteY2" fmla="*/ 4884513 h 4930775"/>
              <a:gd name="connsiteX3" fmla="*/ 2635296 w 2857798"/>
              <a:gd name="connsiteY3" fmla="*/ 4918446 h 4930775"/>
              <a:gd name="connsiteX4" fmla="*/ 2390916 w 2857798"/>
              <a:gd name="connsiteY4" fmla="*/ 4930775 h 4930775"/>
              <a:gd name="connsiteX5" fmla="*/ 0 w 2857798"/>
              <a:gd name="connsiteY5" fmla="*/ 2543350 h 4930775"/>
              <a:gd name="connsiteX6" fmla="*/ 0 w 2857798"/>
              <a:gd name="connsiteY6" fmla="*/ 149177 h 4930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57798" h="4930775">
                <a:moveTo>
                  <a:pt x="0" y="0"/>
                </a:moveTo>
                <a:lnTo>
                  <a:pt x="2857798" y="0"/>
                </a:lnTo>
                <a:lnTo>
                  <a:pt x="2857798" y="4884513"/>
                </a:lnTo>
                <a:lnTo>
                  <a:pt x="2635296" y="4918446"/>
                </a:lnTo>
                <a:cubicBezTo>
                  <a:pt x="2554956" y="4926599"/>
                  <a:pt x="2473429" y="4930775"/>
                  <a:pt x="2390916" y="4930775"/>
                </a:cubicBezTo>
                <a:cubicBezTo>
                  <a:pt x="1070701" y="4930775"/>
                  <a:pt x="0" y="3861638"/>
                  <a:pt x="0" y="2543350"/>
                </a:cubicBezTo>
                <a:cubicBezTo>
                  <a:pt x="0" y="2543350"/>
                  <a:pt x="0" y="2543350"/>
                  <a:pt x="0" y="149177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144000" tIns="144000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sz="1400" dirty="0"/>
              <a:t>Click Icon to Add Image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Deakin University CRICOS Provider Code: 00113B</a:t>
            </a:r>
            <a:endParaRPr lang="en-GB"/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249BAF2C-024F-493D-94ED-A02A44D4A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2600" y="1393825"/>
            <a:ext cx="8286712" cy="4351338"/>
          </a:xfrm>
        </p:spPr>
        <p:txBody>
          <a:bodyPr numCol="2" spcCol="540000"/>
          <a:lstStyle>
            <a:lvl1pPr>
              <a:defRPr/>
            </a:lvl1pPr>
          </a:lstStyle>
          <a:p>
            <a:pPr lvl="0"/>
            <a:r>
              <a:rPr lang="en-US" dirty="0"/>
              <a:t>There are five type styles in the template, available as List Levels. Press the Increase / Decrease button in the paragraph section of the home ribbon to move through the styles.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118920-C07F-4888-8C9B-585F0ADCFFE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25DE8-DC1D-410C-A367-2AE8F6854D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5AEA0E0-5CC6-4BD0-905C-A0021E41943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5179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F03315E-CD2C-412E-B9D4-9CC06832EDD4}"/>
              </a:ext>
            </a:extLst>
          </p:cNvPr>
          <p:cNvSpPr/>
          <p:nvPr userDrawn="1"/>
        </p:nvSpPr>
        <p:spPr>
          <a:xfrm>
            <a:off x="0" y="0"/>
            <a:ext cx="12191999" cy="518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4303B84-34AA-4CF3-8091-F68C9E08919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18503" y="0"/>
            <a:ext cx="6873496" cy="6858000"/>
          </a:xfrm>
          <a:custGeom>
            <a:avLst/>
            <a:gdLst>
              <a:gd name="connsiteX0" fmla="*/ 0 w 6873496"/>
              <a:gd name="connsiteY0" fmla="*/ 0 h 6858000"/>
              <a:gd name="connsiteX1" fmla="*/ 6873496 w 6873496"/>
              <a:gd name="connsiteY1" fmla="*/ 0 h 6858000"/>
              <a:gd name="connsiteX2" fmla="*/ 6873496 w 6873496"/>
              <a:gd name="connsiteY2" fmla="*/ 2702626 h 6858000"/>
              <a:gd name="connsiteX3" fmla="*/ 6492648 w 6873496"/>
              <a:gd name="connsiteY3" fmla="*/ 3359543 h 6858000"/>
              <a:gd name="connsiteX4" fmla="*/ 4465777 w 6873496"/>
              <a:gd name="connsiteY4" fmla="*/ 6858000 h 6858000"/>
              <a:gd name="connsiteX5" fmla="*/ 3977804 w 6873496"/>
              <a:gd name="connsiteY5" fmla="*/ 6858000 h 6858000"/>
              <a:gd name="connsiteX6" fmla="*/ 1947696 w 6873496"/>
              <a:gd name="connsiteY6" fmla="*/ 33595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73496" h="6858000">
                <a:moveTo>
                  <a:pt x="0" y="0"/>
                </a:moveTo>
                <a:lnTo>
                  <a:pt x="6873496" y="0"/>
                </a:lnTo>
                <a:lnTo>
                  <a:pt x="6873496" y="2702626"/>
                </a:lnTo>
                <a:lnTo>
                  <a:pt x="6492648" y="3359543"/>
                </a:lnTo>
                <a:lnTo>
                  <a:pt x="4465777" y="6858000"/>
                </a:lnTo>
                <a:lnTo>
                  <a:pt x="3977804" y="6858000"/>
                </a:lnTo>
                <a:lnTo>
                  <a:pt x="1947696" y="335954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360000" tIns="144000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Click Icon to Add Image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9035036-3F26-4DFE-9E0E-420BA75CA8A7}"/>
              </a:ext>
            </a:extLst>
          </p:cNvPr>
          <p:cNvGrpSpPr/>
          <p:nvPr userDrawn="1"/>
        </p:nvGrpSpPr>
        <p:grpSpPr>
          <a:xfrm>
            <a:off x="10928350" y="5589545"/>
            <a:ext cx="1062566" cy="1065213"/>
            <a:chOff x="10928350" y="5591175"/>
            <a:chExt cx="1062566" cy="1065213"/>
          </a:xfrm>
        </p:grpSpPr>
        <p:sp>
          <p:nvSpPr>
            <p:cNvPr id="8" name="Text Placeholder 5">
              <a:extLst>
                <a:ext uri="{FF2B5EF4-FFF2-40B4-BE49-F238E27FC236}">
                  <a16:creationId xmlns:a16="http://schemas.microsoft.com/office/drawing/2014/main" id="{9F086954-C9F8-4A70-8961-B0BA78334031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0928916" y="5592758"/>
              <a:ext cx="1062000" cy="1062000"/>
            </a:xfrm>
            <a:prstGeom prst="rect">
              <a:avLst/>
            </a:prstGeom>
            <a:blipFill dpi="0" rotWithShape="1"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SzPct val="110000"/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Calibri" panose="020F050202020403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   </a:t>
              </a:r>
              <a:endParaRPr lang="en-AU" dirty="0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896B314C-9708-41CE-BDBE-392773F2604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928350" y="5591175"/>
              <a:ext cx="1062038" cy="1065213"/>
            </a:xfrm>
            <a:custGeom>
              <a:avLst/>
              <a:gdLst>
                <a:gd name="T0" fmla="*/ 3400 w 6806"/>
                <a:gd name="T1" fmla="*/ 85 h 6803"/>
                <a:gd name="T2" fmla="*/ 3400 w 6806"/>
                <a:gd name="T3" fmla="*/ 85 h 6803"/>
                <a:gd name="T4" fmla="*/ 6720 w 6806"/>
                <a:gd name="T5" fmla="*/ 3399 h 6803"/>
                <a:gd name="T6" fmla="*/ 3406 w 6806"/>
                <a:gd name="T7" fmla="*/ 6719 h 6803"/>
                <a:gd name="T8" fmla="*/ 3403 w 6806"/>
                <a:gd name="T9" fmla="*/ 6719 h 6803"/>
                <a:gd name="T10" fmla="*/ 86 w 6806"/>
                <a:gd name="T11" fmla="*/ 3405 h 6803"/>
                <a:gd name="T12" fmla="*/ 1055 w 6806"/>
                <a:gd name="T13" fmla="*/ 1058 h 6803"/>
                <a:gd name="T14" fmla="*/ 3400 w 6806"/>
                <a:gd name="T15" fmla="*/ 85 h 6803"/>
                <a:gd name="T16" fmla="*/ 3400 w 6806"/>
                <a:gd name="T17" fmla="*/ 0 h 6803"/>
                <a:gd name="T18" fmla="*/ 995 w 6806"/>
                <a:gd name="T19" fmla="*/ 999 h 6803"/>
                <a:gd name="T20" fmla="*/ 1 w 6806"/>
                <a:gd name="T21" fmla="*/ 3405 h 6803"/>
                <a:gd name="T22" fmla="*/ 3403 w 6806"/>
                <a:gd name="T23" fmla="*/ 6803 h 6803"/>
                <a:gd name="T24" fmla="*/ 3406 w 6806"/>
                <a:gd name="T25" fmla="*/ 6803 h 6803"/>
                <a:gd name="T26" fmla="*/ 6804 w 6806"/>
                <a:gd name="T27" fmla="*/ 3399 h 6803"/>
                <a:gd name="T28" fmla="*/ 3400 w 6806"/>
                <a:gd name="T29" fmla="*/ 0 h 6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06" h="6803">
                  <a:moveTo>
                    <a:pt x="3400" y="85"/>
                  </a:moveTo>
                  <a:cubicBezTo>
                    <a:pt x="3400" y="85"/>
                    <a:pt x="3400" y="85"/>
                    <a:pt x="3400" y="85"/>
                  </a:cubicBezTo>
                  <a:cubicBezTo>
                    <a:pt x="5229" y="85"/>
                    <a:pt x="6718" y="1571"/>
                    <a:pt x="6720" y="3399"/>
                  </a:cubicBezTo>
                  <a:cubicBezTo>
                    <a:pt x="6722" y="5228"/>
                    <a:pt x="5235" y="6717"/>
                    <a:pt x="3406" y="6719"/>
                  </a:cubicBezTo>
                  <a:cubicBezTo>
                    <a:pt x="3403" y="6719"/>
                    <a:pt x="3403" y="6719"/>
                    <a:pt x="3403" y="6719"/>
                  </a:cubicBezTo>
                  <a:cubicBezTo>
                    <a:pt x="1575" y="6719"/>
                    <a:pt x="87" y="5232"/>
                    <a:pt x="86" y="3405"/>
                  </a:cubicBezTo>
                  <a:cubicBezTo>
                    <a:pt x="85" y="2519"/>
                    <a:pt x="429" y="1685"/>
                    <a:pt x="1055" y="1058"/>
                  </a:cubicBezTo>
                  <a:cubicBezTo>
                    <a:pt x="1681" y="431"/>
                    <a:pt x="2514" y="85"/>
                    <a:pt x="3400" y="85"/>
                  </a:cubicBezTo>
                  <a:moveTo>
                    <a:pt x="3400" y="0"/>
                  </a:moveTo>
                  <a:cubicBezTo>
                    <a:pt x="2491" y="1"/>
                    <a:pt x="1637" y="355"/>
                    <a:pt x="995" y="999"/>
                  </a:cubicBezTo>
                  <a:cubicBezTo>
                    <a:pt x="354" y="1642"/>
                    <a:pt x="0" y="2496"/>
                    <a:pt x="1" y="3405"/>
                  </a:cubicBezTo>
                  <a:cubicBezTo>
                    <a:pt x="3" y="5279"/>
                    <a:pt x="1529" y="6803"/>
                    <a:pt x="3403" y="6803"/>
                  </a:cubicBezTo>
                  <a:cubicBezTo>
                    <a:pt x="3406" y="6803"/>
                    <a:pt x="3406" y="6803"/>
                    <a:pt x="3406" y="6803"/>
                  </a:cubicBezTo>
                  <a:cubicBezTo>
                    <a:pt x="5281" y="6802"/>
                    <a:pt x="6806" y="5274"/>
                    <a:pt x="6804" y="3399"/>
                  </a:cubicBezTo>
                  <a:cubicBezTo>
                    <a:pt x="6803" y="1525"/>
                    <a:pt x="5277" y="0"/>
                    <a:pt x="3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Deakin University CRICOS Provider Code: 00113B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A440D47-120F-417D-B465-9495477436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600" y="1393825"/>
            <a:ext cx="6022975" cy="4802188"/>
          </a:xfrm>
        </p:spPr>
        <p:txBody>
          <a:bodyPr/>
          <a:lstStyle>
            <a:lvl1pPr>
              <a:spcBef>
                <a:spcPts val="0"/>
              </a:spcBef>
              <a:spcAft>
                <a:spcPts val="400"/>
              </a:spcAft>
              <a:defRPr/>
            </a:lvl1pPr>
            <a:lvl2pPr>
              <a:spcAft>
                <a:spcPts val="600"/>
              </a:spcAft>
              <a:defRPr sz="2000"/>
            </a:lvl2pPr>
            <a:lvl3pPr marL="0" indent="0">
              <a:buNone/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180000" indent="-180000">
              <a:buSzPct val="110000"/>
              <a:buFont typeface="Arial" panose="020B0604020202020204" pitchFamily="34" charset="0"/>
              <a:buChar char="•"/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360000" indent="-180000">
              <a:buFont typeface="Calibri" panose="020F0502020204030204" pitchFamily="34" charset="0"/>
              <a:buChar char="–"/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  <a:lvl6pPr marL="180000"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6pPr>
            <a:lvl7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7pPr>
            <a:lvl8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8pPr>
            <a:lvl9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9pPr>
          </a:lstStyle>
          <a:p>
            <a:pPr lvl="0"/>
            <a:r>
              <a:rPr lang="en-US" dirty="0"/>
              <a:t>First Level Heading</a:t>
            </a:r>
          </a:p>
          <a:p>
            <a:pPr lvl="1"/>
            <a:r>
              <a:rPr lang="en-US" dirty="0"/>
              <a:t>Add 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 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5CA97B-8799-449C-B49D-A0D4891F3A8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0547D1-E222-4D09-AEA5-54AED1B525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5AEA0E0-5CC6-4BD0-905C-A0021E41943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7967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Three Box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Deakin University CRICOS Provider Code: 00113B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53CAFBE-951E-4246-BA1D-725A804EE6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69075" y="1866899"/>
            <a:ext cx="2879725" cy="4310063"/>
          </a:xfrm>
        </p:spPr>
        <p:txBody>
          <a:bodyPr/>
          <a:lstStyle>
            <a:lvl1pPr marL="0" indent="0">
              <a:spcBef>
                <a:spcPts val="50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buNone/>
              <a:defRPr sz="1600">
                <a:solidFill>
                  <a:schemeClr val="tx1"/>
                </a:solidFill>
              </a:defRPr>
            </a:lvl2pPr>
            <a:lvl3pPr marL="0" indent="0">
              <a:buNone/>
              <a:defRPr sz="1600">
                <a:solidFill>
                  <a:schemeClr val="tx1"/>
                </a:solidFill>
              </a:defRPr>
            </a:lvl3pPr>
            <a:lvl4pPr marL="0" indent="0">
              <a:buNone/>
              <a:defRPr sz="1600">
                <a:solidFill>
                  <a:schemeClr val="tx1"/>
                </a:solidFill>
              </a:defRPr>
            </a:lvl4pPr>
            <a:lvl5pPr marL="0" indent="0">
              <a:buNone/>
              <a:defRPr sz="1600">
                <a:solidFill>
                  <a:schemeClr val="tx1"/>
                </a:solidFill>
              </a:defRPr>
            </a:lvl5pPr>
            <a:lvl6pPr marL="0" indent="0">
              <a:buNone/>
              <a:defRPr sz="1600">
                <a:solidFill>
                  <a:schemeClr val="tx1"/>
                </a:solidFill>
              </a:defRPr>
            </a:lvl6pPr>
            <a:lvl7pPr marL="0" indent="0">
              <a:buNone/>
              <a:defRPr sz="1600">
                <a:solidFill>
                  <a:schemeClr val="tx1"/>
                </a:solidFill>
              </a:defRPr>
            </a:lvl7pPr>
            <a:lvl8pPr marL="0" indent="0">
              <a:buNone/>
              <a:defRPr sz="1600">
                <a:solidFill>
                  <a:schemeClr val="tx1"/>
                </a:solidFill>
              </a:defRPr>
            </a:lvl8pPr>
            <a:lvl9pPr marL="0" indent="0"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  <a:endParaRPr lang="en-GB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1550AFC-90F7-4DB2-BCDA-549CDDC409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2025" y="1866899"/>
            <a:ext cx="2879725" cy="4310063"/>
          </a:xfrm>
        </p:spPr>
        <p:txBody>
          <a:bodyPr/>
          <a:lstStyle>
            <a:lvl1pPr marL="0" indent="0">
              <a:spcBef>
                <a:spcPts val="50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buNone/>
              <a:defRPr sz="1600">
                <a:solidFill>
                  <a:schemeClr val="tx1"/>
                </a:solidFill>
              </a:defRPr>
            </a:lvl2pPr>
            <a:lvl3pPr marL="0" indent="0">
              <a:buNone/>
              <a:defRPr sz="1600">
                <a:solidFill>
                  <a:schemeClr val="tx1"/>
                </a:solidFill>
              </a:defRPr>
            </a:lvl3pPr>
            <a:lvl4pPr marL="0" indent="0">
              <a:buNone/>
              <a:defRPr sz="1600">
                <a:solidFill>
                  <a:schemeClr val="tx1"/>
                </a:solidFill>
              </a:defRPr>
            </a:lvl4pPr>
            <a:lvl5pPr marL="0" indent="0">
              <a:buNone/>
              <a:defRPr sz="1600">
                <a:solidFill>
                  <a:schemeClr val="tx1"/>
                </a:solidFill>
              </a:defRPr>
            </a:lvl5pPr>
            <a:lvl6pPr marL="0" indent="0">
              <a:buNone/>
              <a:defRPr sz="1600">
                <a:solidFill>
                  <a:schemeClr val="tx1"/>
                </a:solidFill>
              </a:defRPr>
            </a:lvl6pPr>
            <a:lvl7pPr marL="0" indent="0">
              <a:buNone/>
              <a:defRPr sz="1600">
                <a:solidFill>
                  <a:schemeClr val="tx1"/>
                </a:solidFill>
              </a:defRPr>
            </a:lvl7pPr>
            <a:lvl8pPr marL="0" indent="0">
              <a:buNone/>
              <a:defRPr sz="1600">
                <a:solidFill>
                  <a:schemeClr val="tx1"/>
                </a:solidFill>
              </a:defRPr>
            </a:lvl8pPr>
            <a:lvl9pPr marL="0" indent="0"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34975" y="1866899"/>
            <a:ext cx="2879725" cy="4310063"/>
          </a:xfrm>
        </p:spPr>
        <p:txBody>
          <a:bodyPr/>
          <a:lstStyle>
            <a:lvl1pPr marL="0" indent="0">
              <a:spcBef>
                <a:spcPts val="50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buNone/>
              <a:defRPr sz="1600">
                <a:solidFill>
                  <a:schemeClr val="tx1"/>
                </a:solidFill>
              </a:defRPr>
            </a:lvl2pPr>
            <a:lvl3pPr marL="0" indent="0">
              <a:buNone/>
              <a:defRPr sz="1600">
                <a:solidFill>
                  <a:schemeClr val="tx1"/>
                </a:solidFill>
              </a:defRPr>
            </a:lvl3pPr>
            <a:lvl4pPr marL="0" indent="0">
              <a:buNone/>
              <a:defRPr sz="1600">
                <a:solidFill>
                  <a:schemeClr val="tx1"/>
                </a:solidFill>
              </a:defRPr>
            </a:lvl4pPr>
            <a:lvl5pPr marL="0" indent="0">
              <a:buNone/>
              <a:defRPr sz="1600">
                <a:solidFill>
                  <a:schemeClr val="tx1"/>
                </a:solidFill>
              </a:defRPr>
            </a:lvl5pPr>
            <a:lvl6pPr marL="0" indent="0">
              <a:buNone/>
              <a:defRPr sz="1600">
                <a:solidFill>
                  <a:schemeClr val="tx1"/>
                </a:solidFill>
              </a:defRPr>
            </a:lvl6pPr>
            <a:lvl7pPr marL="0" indent="0">
              <a:buNone/>
              <a:defRPr sz="1600">
                <a:solidFill>
                  <a:schemeClr val="tx1"/>
                </a:solidFill>
              </a:defRPr>
            </a:lvl7pPr>
            <a:lvl8pPr marL="0" indent="0">
              <a:buNone/>
              <a:defRPr sz="1600">
                <a:solidFill>
                  <a:schemeClr val="tx1"/>
                </a:solidFill>
              </a:defRPr>
            </a:lvl8pPr>
            <a:lvl9pPr marL="0" indent="0"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A58BAC-17E8-4D6C-A595-98034819CD9A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B4778-4208-4AB5-A56C-AE25DB83AB9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5AEA0E0-5CC6-4BD0-905C-A0021E41943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3625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Three Box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Deakin University CRICOS Provider Code: 00113B</a:t>
            </a:r>
            <a:endParaRPr lang="en-GB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AEA2733-1074-4E88-BFB1-608DFC511F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78980" y="1935480"/>
            <a:ext cx="2865120" cy="2788920"/>
          </a:xfrm>
          <a:prstGeom prst="roundRect">
            <a:avLst>
              <a:gd name="adj" fmla="val 4645"/>
            </a:avLst>
          </a:prstGeom>
          <a:ln w="19050">
            <a:solidFill>
              <a:schemeClr val="tx2"/>
            </a:solidFill>
          </a:ln>
        </p:spPr>
        <p:txBody>
          <a:bodyPr lIns="162000" tIns="162000" rIns="162000" bIns="162000"/>
          <a:lstStyle>
            <a:lvl1pPr marL="0" indent="0">
              <a:spcBef>
                <a:spcPts val="50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buNone/>
              <a:defRPr sz="1600"/>
            </a:lvl2pPr>
            <a:lvl3pPr marL="0" indent="0">
              <a:buNone/>
              <a:defRPr sz="1600"/>
            </a:lvl3pPr>
            <a:lvl4pPr marL="0" indent="0">
              <a:buNone/>
              <a:defRPr sz="1600"/>
            </a:lvl4pPr>
            <a:lvl5pPr marL="0" indent="0">
              <a:buNone/>
              <a:defRPr sz="1600"/>
            </a:lvl5pPr>
            <a:lvl6pPr marL="0" indent="0">
              <a:buNone/>
              <a:defRPr sz="1600"/>
            </a:lvl6pPr>
            <a:lvl7pPr marL="0" indent="0">
              <a:buNone/>
              <a:defRPr sz="1600"/>
            </a:lvl7pPr>
            <a:lvl8pPr marL="0" indent="0">
              <a:buNone/>
              <a:defRPr sz="1600"/>
            </a:lvl8pPr>
            <a:lvl9pPr marL="0" indent="0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5BB8D98-408E-46F3-8147-011B3F4094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87140" y="1935480"/>
            <a:ext cx="2865120" cy="2788920"/>
          </a:xfrm>
          <a:prstGeom prst="roundRect">
            <a:avLst>
              <a:gd name="adj" fmla="val 4645"/>
            </a:avLst>
          </a:prstGeom>
          <a:ln w="19050">
            <a:solidFill>
              <a:schemeClr val="tx2"/>
            </a:solidFill>
          </a:ln>
        </p:spPr>
        <p:txBody>
          <a:bodyPr lIns="162000" tIns="162000" rIns="162000" bIns="162000"/>
          <a:lstStyle>
            <a:lvl1pPr marL="0" indent="0">
              <a:spcBef>
                <a:spcPts val="50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buNone/>
              <a:defRPr sz="1600"/>
            </a:lvl2pPr>
            <a:lvl3pPr marL="0" indent="0">
              <a:buNone/>
              <a:defRPr sz="1600"/>
            </a:lvl3pPr>
            <a:lvl4pPr marL="0" indent="0">
              <a:buNone/>
              <a:defRPr sz="1600"/>
            </a:lvl4pPr>
            <a:lvl5pPr marL="0" indent="0">
              <a:buNone/>
              <a:defRPr sz="1600"/>
            </a:lvl5pPr>
            <a:lvl6pPr marL="0" indent="0">
              <a:buNone/>
              <a:defRPr sz="1600"/>
            </a:lvl6pPr>
            <a:lvl7pPr marL="0" indent="0">
              <a:buNone/>
              <a:defRPr sz="1600"/>
            </a:lvl7pPr>
            <a:lvl8pPr marL="0" indent="0">
              <a:buNone/>
              <a:defRPr sz="1600"/>
            </a:lvl8pPr>
            <a:lvl9pPr marL="0" indent="0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502920" y="1935480"/>
            <a:ext cx="2865120" cy="2788920"/>
          </a:xfrm>
          <a:prstGeom prst="roundRect">
            <a:avLst>
              <a:gd name="adj" fmla="val 4645"/>
            </a:avLst>
          </a:prstGeom>
          <a:ln w="19050">
            <a:solidFill>
              <a:schemeClr val="tx2"/>
            </a:solidFill>
          </a:ln>
        </p:spPr>
        <p:txBody>
          <a:bodyPr lIns="162000" tIns="162000" rIns="162000" bIns="162000"/>
          <a:lstStyle>
            <a:lvl1pPr marL="0" indent="0">
              <a:spcBef>
                <a:spcPts val="50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buNone/>
              <a:defRPr sz="1600"/>
            </a:lvl2pPr>
            <a:lvl3pPr marL="0" indent="0">
              <a:buNone/>
              <a:defRPr sz="1600"/>
            </a:lvl3pPr>
            <a:lvl4pPr marL="0" indent="0">
              <a:buNone/>
              <a:defRPr sz="1600"/>
            </a:lvl4pPr>
            <a:lvl5pPr marL="0" indent="0">
              <a:buNone/>
              <a:defRPr sz="1600"/>
            </a:lvl5pPr>
            <a:lvl6pPr marL="0" indent="0">
              <a:buNone/>
              <a:defRPr sz="1600"/>
            </a:lvl6pPr>
            <a:lvl7pPr marL="0" indent="0">
              <a:buNone/>
              <a:defRPr sz="1600"/>
            </a:lvl7pPr>
            <a:lvl8pPr marL="0" indent="0">
              <a:buNone/>
              <a:defRPr sz="1600"/>
            </a:lvl8pPr>
            <a:lvl9pPr marL="0" indent="0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60EE5-4D23-4105-A8BF-FDAE7A1D5CA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ACE92-6221-450E-ABE8-EA74F928C6A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5AEA0E0-5CC6-4BD0-905C-A0021E41943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58316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Two Box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Deakin University CRICOS Provider Code: 00113B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1550AFC-90F7-4DB2-BCDA-549CDDC409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20285" y="1866899"/>
            <a:ext cx="3949027" cy="4310063"/>
          </a:xfrm>
        </p:spPr>
        <p:txBody>
          <a:bodyPr/>
          <a:lstStyle>
            <a:lvl1pPr marL="0" indent="0">
              <a:spcBef>
                <a:spcPts val="50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buNone/>
              <a:defRPr sz="1600">
                <a:solidFill>
                  <a:schemeClr val="tx1"/>
                </a:solidFill>
              </a:defRPr>
            </a:lvl2pPr>
            <a:lvl3pPr marL="0" indent="0">
              <a:buNone/>
              <a:defRPr sz="1600">
                <a:solidFill>
                  <a:schemeClr val="tx1"/>
                </a:solidFill>
              </a:defRPr>
            </a:lvl3pPr>
            <a:lvl4pPr marL="0" indent="0">
              <a:buNone/>
              <a:defRPr sz="1600">
                <a:solidFill>
                  <a:schemeClr val="tx1"/>
                </a:solidFill>
              </a:defRPr>
            </a:lvl4pPr>
            <a:lvl5pPr marL="0" indent="0">
              <a:buNone/>
              <a:defRPr sz="1600">
                <a:solidFill>
                  <a:schemeClr val="tx1"/>
                </a:solidFill>
              </a:defRPr>
            </a:lvl5pPr>
            <a:lvl6pPr marL="0" indent="0">
              <a:buNone/>
              <a:defRPr sz="1600">
                <a:solidFill>
                  <a:schemeClr val="tx1"/>
                </a:solidFill>
              </a:defRPr>
            </a:lvl6pPr>
            <a:lvl7pPr marL="0" indent="0">
              <a:buNone/>
              <a:defRPr sz="1600">
                <a:solidFill>
                  <a:schemeClr val="tx1"/>
                </a:solidFill>
              </a:defRPr>
            </a:lvl7pPr>
            <a:lvl8pPr marL="0" indent="0">
              <a:buNone/>
              <a:defRPr sz="1600">
                <a:solidFill>
                  <a:schemeClr val="tx1"/>
                </a:solidFill>
              </a:defRPr>
            </a:lvl8pPr>
            <a:lvl9pPr marL="0" indent="0"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34975" y="1866899"/>
            <a:ext cx="4060825" cy="4310063"/>
          </a:xfrm>
        </p:spPr>
        <p:txBody>
          <a:bodyPr/>
          <a:lstStyle>
            <a:lvl1pPr marL="0" indent="0">
              <a:spcBef>
                <a:spcPts val="50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buNone/>
              <a:defRPr sz="1600">
                <a:solidFill>
                  <a:schemeClr val="tx1"/>
                </a:solidFill>
              </a:defRPr>
            </a:lvl2pPr>
            <a:lvl3pPr marL="0" indent="0">
              <a:buNone/>
              <a:defRPr sz="1600">
                <a:solidFill>
                  <a:schemeClr val="tx1"/>
                </a:solidFill>
              </a:defRPr>
            </a:lvl3pPr>
            <a:lvl4pPr marL="0" indent="0">
              <a:buNone/>
              <a:defRPr sz="1600">
                <a:solidFill>
                  <a:schemeClr val="tx1"/>
                </a:solidFill>
              </a:defRPr>
            </a:lvl4pPr>
            <a:lvl5pPr marL="0" indent="0">
              <a:buNone/>
              <a:defRPr sz="1600">
                <a:solidFill>
                  <a:schemeClr val="tx1"/>
                </a:solidFill>
              </a:defRPr>
            </a:lvl5pPr>
            <a:lvl6pPr marL="0" indent="0">
              <a:buNone/>
              <a:defRPr sz="1600">
                <a:solidFill>
                  <a:schemeClr val="tx1"/>
                </a:solidFill>
              </a:defRPr>
            </a:lvl6pPr>
            <a:lvl7pPr marL="0" indent="0">
              <a:buNone/>
              <a:defRPr sz="1600">
                <a:solidFill>
                  <a:schemeClr val="tx1"/>
                </a:solidFill>
              </a:defRPr>
            </a:lvl7pPr>
            <a:lvl8pPr marL="0" indent="0">
              <a:buNone/>
              <a:defRPr sz="1600">
                <a:solidFill>
                  <a:schemeClr val="tx1"/>
                </a:solidFill>
              </a:defRPr>
            </a:lvl8pPr>
            <a:lvl9pPr marL="0" indent="0"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6E297F-AFFC-4C43-BC4A-7A8CB4E8AA8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10F42-6B6F-4A1D-AC5F-6B3EF05DD59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5AEA0E0-5CC6-4BD0-905C-A0021E41943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97844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Two Box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Deakin University CRICOS Provider Code: 00113B</a:t>
            </a:r>
            <a:endParaRPr lang="en-GB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5BB8D98-408E-46F3-8147-011B3F4094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76368" y="1935480"/>
            <a:ext cx="4658232" cy="2788920"/>
          </a:xfrm>
          <a:prstGeom prst="roundRect">
            <a:avLst>
              <a:gd name="adj" fmla="val 4645"/>
            </a:avLst>
          </a:prstGeom>
          <a:ln w="19050">
            <a:solidFill>
              <a:schemeClr val="tx2"/>
            </a:solidFill>
          </a:ln>
        </p:spPr>
        <p:txBody>
          <a:bodyPr lIns="162000" tIns="162000" rIns="162000" bIns="162000"/>
          <a:lstStyle>
            <a:lvl1pPr marL="0" indent="0">
              <a:spcBef>
                <a:spcPts val="50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buNone/>
              <a:defRPr sz="1600">
                <a:solidFill>
                  <a:schemeClr val="tx1"/>
                </a:solidFill>
              </a:defRPr>
            </a:lvl2pPr>
            <a:lvl3pPr marL="0" indent="0">
              <a:buNone/>
              <a:defRPr sz="1600">
                <a:solidFill>
                  <a:schemeClr val="tx1"/>
                </a:solidFill>
              </a:defRPr>
            </a:lvl3pPr>
            <a:lvl4pPr marL="0" indent="0">
              <a:buNone/>
              <a:defRPr sz="1600">
                <a:solidFill>
                  <a:schemeClr val="tx1"/>
                </a:solidFill>
              </a:defRPr>
            </a:lvl4pPr>
            <a:lvl5pPr marL="0" indent="0">
              <a:buNone/>
              <a:defRPr sz="1600">
                <a:solidFill>
                  <a:schemeClr val="tx1"/>
                </a:solidFill>
              </a:defRPr>
            </a:lvl5pPr>
            <a:lvl6pPr marL="0" indent="0">
              <a:buNone/>
              <a:defRPr sz="1600">
                <a:solidFill>
                  <a:schemeClr val="tx1"/>
                </a:solidFill>
              </a:defRPr>
            </a:lvl6pPr>
            <a:lvl7pPr marL="0" indent="0">
              <a:buNone/>
              <a:defRPr sz="1600">
                <a:solidFill>
                  <a:schemeClr val="tx1"/>
                </a:solidFill>
              </a:defRPr>
            </a:lvl7pPr>
            <a:lvl8pPr marL="0" indent="0">
              <a:buNone/>
              <a:defRPr sz="1600">
                <a:solidFill>
                  <a:schemeClr val="tx1"/>
                </a:solidFill>
              </a:defRPr>
            </a:lvl8pPr>
            <a:lvl9pPr marL="0" indent="0"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55294" y="1935480"/>
            <a:ext cx="4650105" cy="2788920"/>
          </a:xfrm>
          <a:prstGeom prst="roundRect">
            <a:avLst>
              <a:gd name="adj" fmla="val 4645"/>
            </a:avLst>
          </a:prstGeom>
          <a:ln w="19050">
            <a:solidFill>
              <a:schemeClr val="tx2"/>
            </a:solidFill>
          </a:ln>
        </p:spPr>
        <p:txBody>
          <a:bodyPr lIns="162000" tIns="162000" rIns="162000" bIns="162000"/>
          <a:lstStyle>
            <a:lvl1pPr marL="0" indent="0">
              <a:spcBef>
                <a:spcPts val="50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buNone/>
              <a:defRPr sz="1600">
                <a:solidFill>
                  <a:schemeClr val="tx1"/>
                </a:solidFill>
              </a:defRPr>
            </a:lvl2pPr>
            <a:lvl3pPr marL="0" indent="0">
              <a:buNone/>
              <a:defRPr sz="1600">
                <a:solidFill>
                  <a:schemeClr val="tx1"/>
                </a:solidFill>
              </a:defRPr>
            </a:lvl3pPr>
            <a:lvl4pPr marL="0" indent="0">
              <a:buNone/>
              <a:defRPr sz="1600">
                <a:solidFill>
                  <a:schemeClr val="tx1"/>
                </a:solidFill>
              </a:defRPr>
            </a:lvl4pPr>
            <a:lvl5pPr marL="0" indent="0">
              <a:buNone/>
              <a:defRPr sz="1600">
                <a:solidFill>
                  <a:schemeClr val="tx1"/>
                </a:solidFill>
              </a:defRPr>
            </a:lvl5pPr>
            <a:lvl6pPr marL="0" indent="0">
              <a:buNone/>
              <a:defRPr sz="1600">
                <a:solidFill>
                  <a:schemeClr val="tx1"/>
                </a:solidFill>
              </a:defRPr>
            </a:lvl6pPr>
            <a:lvl7pPr marL="0" indent="0">
              <a:buNone/>
              <a:defRPr sz="1600">
                <a:solidFill>
                  <a:schemeClr val="tx1"/>
                </a:solidFill>
              </a:defRPr>
            </a:lvl7pPr>
            <a:lvl8pPr marL="0" indent="0">
              <a:buNone/>
              <a:defRPr sz="1600">
                <a:solidFill>
                  <a:schemeClr val="tx1"/>
                </a:solidFill>
              </a:defRPr>
            </a:lvl8pPr>
            <a:lvl9pPr marL="0" indent="0"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D4F429-575C-4C96-A1A4-C9A9633C4AC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50ECC-2456-4D51-A9C7-11D8B07599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5AEA0E0-5CC6-4BD0-905C-A0021E41943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90381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-ou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F03315E-CD2C-412E-B9D4-9CC06832EDD4}"/>
              </a:ext>
            </a:extLst>
          </p:cNvPr>
          <p:cNvSpPr/>
          <p:nvPr userDrawn="1"/>
        </p:nvSpPr>
        <p:spPr>
          <a:xfrm>
            <a:off x="0" y="0"/>
            <a:ext cx="12191999" cy="518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0FCE13B1-D79A-444F-B333-38B89203CD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168527"/>
            <a:ext cx="6914081" cy="5040000"/>
          </a:xfrm>
          <a:custGeom>
            <a:avLst/>
            <a:gdLst>
              <a:gd name="connsiteX0" fmla="*/ 0 w 6914081"/>
              <a:gd name="connsiteY0" fmla="*/ 0 h 5040000"/>
              <a:gd name="connsiteX1" fmla="*/ 1718132 w 6914081"/>
              <a:gd name="connsiteY1" fmla="*/ 0 h 5040000"/>
              <a:gd name="connsiteX2" fmla="*/ 1849535 w 6914081"/>
              <a:gd name="connsiteY2" fmla="*/ 0 h 5040000"/>
              <a:gd name="connsiteX3" fmla="*/ 1961211 w 6914081"/>
              <a:gd name="connsiteY3" fmla="*/ 0 h 5040000"/>
              <a:gd name="connsiteX4" fmla="*/ 4393721 w 6914081"/>
              <a:gd name="connsiteY4" fmla="*/ 0 h 5040000"/>
              <a:gd name="connsiteX5" fmla="*/ 6914081 w 6914081"/>
              <a:gd name="connsiteY5" fmla="*/ 2520000 h 5040000"/>
              <a:gd name="connsiteX6" fmla="*/ 4393721 w 6914081"/>
              <a:gd name="connsiteY6" fmla="*/ 5040000 h 5040000"/>
              <a:gd name="connsiteX7" fmla="*/ 1859227 w 6914081"/>
              <a:gd name="connsiteY7" fmla="*/ 5040000 h 5040000"/>
              <a:gd name="connsiteX8" fmla="*/ 1849535 w 6914081"/>
              <a:gd name="connsiteY8" fmla="*/ 5040000 h 5040000"/>
              <a:gd name="connsiteX9" fmla="*/ 1799784 w 6914081"/>
              <a:gd name="connsiteY9" fmla="*/ 5040000 h 5040000"/>
              <a:gd name="connsiteX10" fmla="*/ 1718132 w 6914081"/>
              <a:gd name="connsiteY10" fmla="*/ 5040000 h 5040000"/>
              <a:gd name="connsiteX11" fmla="*/ 0 w 6914081"/>
              <a:gd name="connsiteY11" fmla="*/ 5040000 h 50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914081" h="5040000">
                <a:moveTo>
                  <a:pt x="0" y="0"/>
                </a:moveTo>
                <a:lnTo>
                  <a:pt x="1718132" y="0"/>
                </a:lnTo>
                <a:lnTo>
                  <a:pt x="1849535" y="0"/>
                </a:lnTo>
                <a:lnTo>
                  <a:pt x="1961211" y="0"/>
                </a:lnTo>
                <a:cubicBezTo>
                  <a:pt x="4393721" y="0"/>
                  <a:pt x="4393721" y="0"/>
                  <a:pt x="4393721" y="0"/>
                </a:cubicBezTo>
                <a:cubicBezTo>
                  <a:pt x="5785141" y="0"/>
                  <a:pt x="6914081" y="1128780"/>
                  <a:pt x="6914081" y="2520000"/>
                </a:cubicBezTo>
                <a:cubicBezTo>
                  <a:pt x="6914081" y="3911221"/>
                  <a:pt x="5785141" y="5040000"/>
                  <a:pt x="4393721" y="5040000"/>
                </a:cubicBezTo>
                <a:cubicBezTo>
                  <a:pt x="2721478" y="5040000"/>
                  <a:pt x="2094386" y="5040000"/>
                  <a:pt x="1859227" y="5040000"/>
                </a:cubicBezTo>
                <a:lnTo>
                  <a:pt x="1849535" y="5040000"/>
                </a:lnTo>
                <a:lnTo>
                  <a:pt x="1799784" y="5040000"/>
                </a:lnTo>
                <a:cubicBezTo>
                  <a:pt x="1718132" y="5040000"/>
                  <a:pt x="1718132" y="5040000"/>
                  <a:pt x="1718132" y="5040000"/>
                </a:cubicBezTo>
                <a:lnTo>
                  <a:pt x="0" y="5040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144000" tIns="144000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sz="1400" dirty="0"/>
              <a:t>Click Icon to Add Image</a:t>
            </a:r>
            <a:endParaRPr lang="en-AU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6C220E7-CF4D-42E3-BD00-DA74E54897BF}"/>
              </a:ext>
            </a:extLst>
          </p:cNvPr>
          <p:cNvGrpSpPr/>
          <p:nvPr userDrawn="1"/>
        </p:nvGrpSpPr>
        <p:grpSpPr>
          <a:xfrm>
            <a:off x="10928350" y="5589545"/>
            <a:ext cx="1062566" cy="1065213"/>
            <a:chOff x="10928350" y="5591175"/>
            <a:chExt cx="1062566" cy="1065213"/>
          </a:xfrm>
        </p:grpSpPr>
        <p:sp>
          <p:nvSpPr>
            <p:cNvPr id="8" name="Text Placeholder 5">
              <a:extLst>
                <a:ext uri="{FF2B5EF4-FFF2-40B4-BE49-F238E27FC236}">
                  <a16:creationId xmlns:a16="http://schemas.microsoft.com/office/drawing/2014/main" id="{5993699A-7443-40CA-9240-B436BDA493CB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0928916" y="5592758"/>
              <a:ext cx="1062000" cy="1062000"/>
            </a:xfrm>
            <a:prstGeom prst="rect">
              <a:avLst/>
            </a:prstGeom>
            <a:blipFill dpi="0" rotWithShape="1"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SzPct val="110000"/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Calibri" panose="020F050202020403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   </a:t>
              </a:r>
              <a:endParaRPr lang="en-AU" dirty="0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5CFBE4F2-3A6B-4A6A-B942-FE41CF7D71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928350" y="5591175"/>
              <a:ext cx="1062038" cy="1065213"/>
            </a:xfrm>
            <a:custGeom>
              <a:avLst/>
              <a:gdLst>
                <a:gd name="T0" fmla="*/ 3400 w 6806"/>
                <a:gd name="T1" fmla="*/ 85 h 6803"/>
                <a:gd name="T2" fmla="*/ 3400 w 6806"/>
                <a:gd name="T3" fmla="*/ 85 h 6803"/>
                <a:gd name="T4" fmla="*/ 6720 w 6806"/>
                <a:gd name="T5" fmla="*/ 3399 h 6803"/>
                <a:gd name="T6" fmla="*/ 3406 w 6806"/>
                <a:gd name="T7" fmla="*/ 6719 h 6803"/>
                <a:gd name="T8" fmla="*/ 3403 w 6806"/>
                <a:gd name="T9" fmla="*/ 6719 h 6803"/>
                <a:gd name="T10" fmla="*/ 86 w 6806"/>
                <a:gd name="T11" fmla="*/ 3405 h 6803"/>
                <a:gd name="T12" fmla="*/ 1055 w 6806"/>
                <a:gd name="T13" fmla="*/ 1058 h 6803"/>
                <a:gd name="T14" fmla="*/ 3400 w 6806"/>
                <a:gd name="T15" fmla="*/ 85 h 6803"/>
                <a:gd name="T16" fmla="*/ 3400 w 6806"/>
                <a:gd name="T17" fmla="*/ 0 h 6803"/>
                <a:gd name="T18" fmla="*/ 995 w 6806"/>
                <a:gd name="T19" fmla="*/ 999 h 6803"/>
                <a:gd name="T20" fmla="*/ 1 w 6806"/>
                <a:gd name="T21" fmla="*/ 3405 h 6803"/>
                <a:gd name="T22" fmla="*/ 3403 w 6806"/>
                <a:gd name="T23" fmla="*/ 6803 h 6803"/>
                <a:gd name="T24" fmla="*/ 3406 w 6806"/>
                <a:gd name="T25" fmla="*/ 6803 h 6803"/>
                <a:gd name="T26" fmla="*/ 6804 w 6806"/>
                <a:gd name="T27" fmla="*/ 3399 h 6803"/>
                <a:gd name="T28" fmla="*/ 3400 w 6806"/>
                <a:gd name="T29" fmla="*/ 0 h 6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06" h="6803">
                  <a:moveTo>
                    <a:pt x="3400" y="85"/>
                  </a:moveTo>
                  <a:cubicBezTo>
                    <a:pt x="3400" y="85"/>
                    <a:pt x="3400" y="85"/>
                    <a:pt x="3400" y="85"/>
                  </a:cubicBezTo>
                  <a:cubicBezTo>
                    <a:pt x="5229" y="85"/>
                    <a:pt x="6718" y="1571"/>
                    <a:pt x="6720" y="3399"/>
                  </a:cubicBezTo>
                  <a:cubicBezTo>
                    <a:pt x="6722" y="5228"/>
                    <a:pt x="5235" y="6717"/>
                    <a:pt x="3406" y="6719"/>
                  </a:cubicBezTo>
                  <a:cubicBezTo>
                    <a:pt x="3403" y="6719"/>
                    <a:pt x="3403" y="6719"/>
                    <a:pt x="3403" y="6719"/>
                  </a:cubicBezTo>
                  <a:cubicBezTo>
                    <a:pt x="1575" y="6719"/>
                    <a:pt x="87" y="5232"/>
                    <a:pt x="86" y="3405"/>
                  </a:cubicBezTo>
                  <a:cubicBezTo>
                    <a:pt x="85" y="2519"/>
                    <a:pt x="429" y="1685"/>
                    <a:pt x="1055" y="1058"/>
                  </a:cubicBezTo>
                  <a:cubicBezTo>
                    <a:pt x="1681" y="431"/>
                    <a:pt x="2514" y="85"/>
                    <a:pt x="3400" y="85"/>
                  </a:cubicBezTo>
                  <a:moveTo>
                    <a:pt x="3400" y="0"/>
                  </a:moveTo>
                  <a:cubicBezTo>
                    <a:pt x="2491" y="1"/>
                    <a:pt x="1637" y="355"/>
                    <a:pt x="995" y="999"/>
                  </a:cubicBezTo>
                  <a:cubicBezTo>
                    <a:pt x="354" y="1642"/>
                    <a:pt x="0" y="2496"/>
                    <a:pt x="1" y="3405"/>
                  </a:cubicBezTo>
                  <a:cubicBezTo>
                    <a:pt x="3" y="5279"/>
                    <a:pt x="1529" y="6803"/>
                    <a:pt x="3403" y="6803"/>
                  </a:cubicBezTo>
                  <a:cubicBezTo>
                    <a:pt x="3406" y="6803"/>
                    <a:pt x="3406" y="6803"/>
                    <a:pt x="3406" y="6803"/>
                  </a:cubicBezTo>
                  <a:cubicBezTo>
                    <a:pt x="5281" y="6802"/>
                    <a:pt x="6806" y="5274"/>
                    <a:pt x="6804" y="3399"/>
                  </a:cubicBezTo>
                  <a:cubicBezTo>
                    <a:pt x="6803" y="1525"/>
                    <a:pt x="5277" y="0"/>
                    <a:pt x="3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Deakin University CRICOS Provider Code: 00113B</a:t>
            </a:r>
            <a:endParaRPr lang="en-GB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7538734-08FE-4AEA-8C4B-1B9FD40865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72323" y="1276415"/>
            <a:ext cx="4744800" cy="4744800"/>
          </a:xfrm>
          <a:custGeom>
            <a:avLst/>
            <a:gdLst>
              <a:gd name="connsiteX0" fmla="*/ 2372400 w 4744800"/>
              <a:gd name="connsiteY0" fmla="*/ 0 h 4744800"/>
              <a:gd name="connsiteX1" fmla="*/ 4744800 w 4744800"/>
              <a:gd name="connsiteY1" fmla="*/ 2372400 h 4744800"/>
              <a:gd name="connsiteX2" fmla="*/ 2372400 w 4744800"/>
              <a:gd name="connsiteY2" fmla="*/ 4744800 h 4744800"/>
              <a:gd name="connsiteX3" fmla="*/ 0 w 4744800"/>
              <a:gd name="connsiteY3" fmla="*/ 2372400 h 4744800"/>
              <a:gd name="connsiteX4" fmla="*/ 2372400 w 4744800"/>
              <a:gd name="connsiteY4" fmla="*/ 0 h 47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4800" h="4744800">
                <a:moveTo>
                  <a:pt x="2372400" y="0"/>
                </a:moveTo>
                <a:cubicBezTo>
                  <a:pt x="3682640" y="0"/>
                  <a:pt x="4744800" y="1062160"/>
                  <a:pt x="4744800" y="2372400"/>
                </a:cubicBezTo>
                <a:cubicBezTo>
                  <a:pt x="4744800" y="3682640"/>
                  <a:pt x="3682640" y="4744800"/>
                  <a:pt x="2372400" y="4744800"/>
                </a:cubicBezTo>
                <a:cubicBezTo>
                  <a:pt x="1062160" y="4744800"/>
                  <a:pt x="0" y="3682640"/>
                  <a:pt x="0" y="2372400"/>
                </a:cubicBezTo>
                <a:cubicBezTo>
                  <a:pt x="0" y="1062160"/>
                  <a:pt x="1062160" y="0"/>
                  <a:pt x="237240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lIns="108000" tIns="144000" rIns="108000" bIns="144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chemeClr val="bg1"/>
                </a:solidFill>
              </a:defRPr>
            </a:lvl1pPr>
            <a:lvl2pPr algn="ctr">
              <a:defRPr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marL="0" indent="0" algn="ctr">
              <a:buNone/>
              <a:defRPr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0" indent="0" algn="ctr">
              <a:buNone/>
              <a:defRPr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0" algn="ctr">
              <a:defRPr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  <a:lvl6pPr algn="ctr">
              <a:defRPr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6pPr>
            <a:lvl7pPr algn="ctr">
              <a:defRPr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7pPr>
            <a:lvl8pPr algn="ctr">
              <a:defRPr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8pPr>
            <a:lvl9pPr algn="ctr">
              <a:defRPr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9pPr>
          </a:lstStyle>
          <a:p>
            <a:pPr lvl="0"/>
            <a:r>
              <a:rPr lang="en-US" dirty="0"/>
              <a:t>Pull-out copy</a:t>
            </a:r>
          </a:p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D84C19-1013-4845-B4FB-13502D740BA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9E64DA-4ACB-46BF-9E62-FAC0E0D052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5AEA0E0-5CC6-4BD0-905C-A0021E41943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95217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F03315E-CD2C-412E-B9D4-9CC06832EDD4}"/>
              </a:ext>
            </a:extLst>
          </p:cNvPr>
          <p:cNvSpPr/>
          <p:nvPr userDrawn="1"/>
        </p:nvSpPr>
        <p:spPr>
          <a:xfrm>
            <a:off x="0" y="0"/>
            <a:ext cx="12191999" cy="518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4956DFD-7DE9-4BDA-81D6-710A98B0D144}"/>
              </a:ext>
            </a:extLst>
          </p:cNvPr>
          <p:cNvGrpSpPr/>
          <p:nvPr userDrawn="1"/>
        </p:nvGrpSpPr>
        <p:grpSpPr>
          <a:xfrm>
            <a:off x="10928350" y="5589545"/>
            <a:ext cx="1062566" cy="1065213"/>
            <a:chOff x="10928350" y="5591175"/>
            <a:chExt cx="1062566" cy="1065213"/>
          </a:xfrm>
        </p:grpSpPr>
        <p:sp>
          <p:nvSpPr>
            <p:cNvPr id="8" name="Text Placeholder 5">
              <a:extLst>
                <a:ext uri="{FF2B5EF4-FFF2-40B4-BE49-F238E27FC236}">
                  <a16:creationId xmlns:a16="http://schemas.microsoft.com/office/drawing/2014/main" id="{96B380C3-4B95-4998-A67E-BC6FF1DD8F47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0928916" y="5592758"/>
              <a:ext cx="1062000" cy="1062000"/>
            </a:xfrm>
            <a:prstGeom prst="rect">
              <a:avLst/>
            </a:prstGeom>
            <a:blipFill dpi="0" rotWithShape="1"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SzPct val="110000"/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Calibri" panose="020F050202020403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   </a:t>
              </a:r>
              <a:endParaRPr lang="en-AU" dirty="0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D3D7AE1B-77BB-4791-B363-9BA8F79453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928350" y="5591175"/>
              <a:ext cx="1062038" cy="1065213"/>
            </a:xfrm>
            <a:custGeom>
              <a:avLst/>
              <a:gdLst>
                <a:gd name="T0" fmla="*/ 3400 w 6806"/>
                <a:gd name="T1" fmla="*/ 85 h 6803"/>
                <a:gd name="T2" fmla="*/ 3400 w 6806"/>
                <a:gd name="T3" fmla="*/ 85 h 6803"/>
                <a:gd name="T4" fmla="*/ 6720 w 6806"/>
                <a:gd name="T5" fmla="*/ 3399 h 6803"/>
                <a:gd name="T6" fmla="*/ 3406 w 6806"/>
                <a:gd name="T7" fmla="*/ 6719 h 6803"/>
                <a:gd name="T8" fmla="*/ 3403 w 6806"/>
                <a:gd name="T9" fmla="*/ 6719 h 6803"/>
                <a:gd name="T10" fmla="*/ 86 w 6806"/>
                <a:gd name="T11" fmla="*/ 3405 h 6803"/>
                <a:gd name="T12" fmla="*/ 1055 w 6806"/>
                <a:gd name="T13" fmla="*/ 1058 h 6803"/>
                <a:gd name="T14" fmla="*/ 3400 w 6806"/>
                <a:gd name="T15" fmla="*/ 85 h 6803"/>
                <a:gd name="T16" fmla="*/ 3400 w 6806"/>
                <a:gd name="T17" fmla="*/ 0 h 6803"/>
                <a:gd name="T18" fmla="*/ 995 w 6806"/>
                <a:gd name="T19" fmla="*/ 999 h 6803"/>
                <a:gd name="T20" fmla="*/ 1 w 6806"/>
                <a:gd name="T21" fmla="*/ 3405 h 6803"/>
                <a:gd name="T22" fmla="*/ 3403 w 6806"/>
                <a:gd name="T23" fmla="*/ 6803 h 6803"/>
                <a:gd name="T24" fmla="*/ 3406 w 6806"/>
                <a:gd name="T25" fmla="*/ 6803 h 6803"/>
                <a:gd name="T26" fmla="*/ 6804 w 6806"/>
                <a:gd name="T27" fmla="*/ 3399 h 6803"/>
                <a:gd name="T28" fmla="*/ 3400 w 6806"/>
                <a:gd name="T29" fmla="*/ 0 h 6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06" h="6803">
                  <a:moveTo>
                    <a:pt x="3400" y="85"/>
                  </a:moveTo>
                  <a:cubicBezTo>
                    <a:pt x="3400" y="85"/>
                    <a:pt x="3400" y="85"/>
                    <a:pt x="3400" y="85"/>
                  </a:cubicBezTo>
                  <a:cubicBezTo>
                    <a:pt x="5229" y="85"/>
                    <a:pt x="6718" y="1571"/>
                    <a:pt x="6720" y="3399"/>
                  </a:cubicBezTo>
                  <a:cubicBezTo>
                    <a:pt x="6722" y="5228"/>
                    <a:pt x="5235" y="6717"/>
                    <a:pt x="3406" y="6719"/>
                  </a:cubicBezTo>
                  <a:cubicBezTo>
                    <a:pt x="3403" y="6719"/>
                    <a:pt x="3403" y="6719"/>
                    <a:pt x="3403" y="6719"/>
                  </a:cubicBezTo>
                  <a:cubicBezTo>
                    <a:pt x="1575" y="6719"/>
                    <a:pt x="87" y="5232"/>
                    <a:pt x="86" y="3405"/>
                  </a:cubicBezTo>
                  <a:cubicBezTo>
                    <a:pt x="85" y="2519"/>
                    <a:pt x="429" y="1685"/>
                    <a:pt x="1055" y="1058"/>
                  </a:cubicBezTo>
                  <a:cubicBezTo>
                    <a:pt x="1681" y="431"/>
                    <a:pt x="2514" y="85"/>
                    <a:pt x="3400" y="85"/>
                  </a:cubicBezTo>
                  <a:moveTo>
                    <a:pt x="3400" y="0"/>
                  </a:moveTo>
                  <a:cubicBezTo>
                    <a:pt x="2491" y="1"/>
                    <a:pt x="1637" y="355"/>
                    <a:pt x="995" y="999"/>
                  </a:cubicBezTo>
                  <a:cubicBezTo>
                    <a:pt x="354" y="1642"/>
                    <a:pt x="0" y="2496"/>
                    <a:pt x="1" y="3405"/>
                  </a:cubicBezTo>
                  <a:cubicBezTo>
                    <a:pt x="3" y="5279"/>
                    <a:pt x="1529" y="6803"/>
                    <a:pt x="3403" y="6803"/>
                  </a:cubicBezTo>
                  <a:cubicBezTo>
                    <a:pt x="3406" y="6803"/>
                    <a:pt x="3406" y="6803"/>
                    <a:pt x="3406" y="6803"/>
                  </a:cubicBezTo>
                  <a:cubicBezTo>
                    <a:pt x="5281" y="6802"/>
                    <a:pt x="6806" y="5274"/>
                    <a:pt x="6804" y="3399"/>
                  </a:cubicBezTo>
                  <a:cubicBezTo>
                    <a:pt x="6803" y="1525"/>
                    <a:pt x="5277" y="0"/>
                    <a:pt x="3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Deakin University CRICOS Provider Code: 00113B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16D5FAB-27FB-4A02-AF32-8E7F184C40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9777" y="1260602"/>
            <a:ext cx="5202223" cy="3996000"/>
          </a:xfrm>
          <a:custGeom>
            <a:avLst/>
            <a:gdLst>
              <a:gd name="connsiteX0" fmla="*/ 2001099 w 5202223"/>
              <a:gd name="connsiteY0" fmla="*/ 0 h 3996000"/>
              <a:gd name="connsiteX1" fmla="*/ 5202223 w 5202223"/>
              <a:gd name="connsiteY1" fmla="*/ 0 h 3996000"/>
              <a:gd name="connsiteX2" fmla="*/ 5202223 w 5202223"/>
              <a:gd name="connsiteY2" fmla="*/ 3996000 h 3996000"/>
              <a:gd name="connsiteX3" fmla="*/ 2001099 w 5202223"/>
              <a:gd name="connsiteY3" fmla="*/ 3996000 h 3996000"/>
              <a:gd name="connsiteX4" fmla="*/ 0 w 5202223"/>
              <a:gd name="connsiteY4" fmla="*/ 1996418 h 3996000"/>
              <a:gd name="connsiteX5" fmla="*/ 2001099 w 5202223"/>
              <a:gd name="connsiteY5" fmla="*/ 0 h 39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02223" h="3996000">
                <a:moveTo>
                  <a:pt x="2001099" y="0"/>
                </a:moveTo>
                <a:cubicBezTo>
                  <a:pt x="2001099" y="0"/>
                  <a:pt x="2001099" y="0"/>
                  <a:pt x="5202223" y="0"/>
                </a:cubicBezTo>
                <a:lnTo>
                  <a:pt x="5202223" y="3996000"/>
                </a:lnTo>
                <a:cubicBezTo>
                  <a:pt x="5202223" y="3996000"/>
                  <a:pt x="5202223" y="3996000"/>
                  <a:pt x="2001099" y="3996000"/>
                </a:cubicBezTo>
                <a:cubicBezTo>
                  <a:pt x="896062" y="3996000"/>
                  <a:pt x="0" y="3100618"/>
                  <a:pt x="0" y="1996418"/>
                </a:cubicBezTo>
                <a:cubicBezTo>
                  <a:pt x="0" y="892219"/>
                  <a:pt x="896062" y="0"/>
                  <a:pt x="200109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lIns="1224000" tIns="108000" rIns="144000" bIns="108000" anchor="ctr">
            <a:noAutofit/>
          </a:bodyPr>
          <a:lstStyle>
            <a:lvl1pPr marL="90000" indent="-9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‘"/>
              <a:defRPr sz="2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90000" indent="0">
              <a:spcBef>
                <a:spcPts val="0"/>
              </a:spcBef>
              <a:buFont typeface="Calibri" panose="020F0502020204030204" pitchFamily="34" charset="0"/>
              <a:buNone/>
              <a:defRPr sz="2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marL="90000" indent="0">
              <a:spcBef>
                <a:spcPts val="0"/>
              </a:spcBef>
              <a:buFont typeface="Calibri" panose="020F0502020204030204" pitchFamily="34" charset="0"/>
              <a:buNone/>
              <a:defRPr sz="2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90000" indent="0">
              <a:spcBef>
                <a:spcPts val="0"/>
              </a:spcBef>
              <a:buFont typeface="Calibri" panose="020F0502020204030204" pitchFamily="34" charset="0"/>
              <a:buNone/>
              <a:defRPr sz="2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90000" indent="0">
              <a:spcBef>
                <a:spcPts val="0"/>
              </a:spcBef>
              <a:buFont typeface="Calibri" panose="020F0502020204030204" pitchFamily="34" charset="0"/>
              <a:buNone/>
              <a:defRPr sz="2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  <a:lvl6pPr marL="90000" indent="0">
              <a:spcBef>
                <a:spcPts val="0"/>
              </a:spcBef>
              <a:buFont typeface="Calibri" panose="020F0502020204030204" pitchFamily="34" charset="0"/>
              <a:buNone/>
              <a:defRPr sz="2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6pPr>
            <a:lvl7pPr marL="90000" indent="0">
              <a:spcBef>
                <a:spcPts val="0"/>
              </a:spcBef>
              <a:buFont typeface="Calibri" panose="020F0502020204030204" pitchFamily="34" charset="0"/>
              <a:buNone/>
              <a:defRPr sz="2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7pPr>
            <a:lvl8pPr marL="90000" indent="0">
              <a:spcBef>
                <a:spcPts val="0"/>
              </a:spcBef>
              <a:buFont typeface="Calibri" panose="020F0502020204030204" pitchFamily="34" charset="0"/>
              <a:buNone/>
              <a:defRPr sz="2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8pPr>
            <a:lvl9pPr marL="90000" indent="0">
              <a:spcBef>
                <a:spcPts val="0"/>
              </a:spcBef>
              <a:buFont typeface="Calibri" panose="020F0502020204030204" pitchFamily="34" charset="0"/>
              <a:buNone/>
              <a:defRPr sz="2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9pPr>
          </a:lstStyle>
          <a:p>
            <a:pPr lvl="0"/>
            <a:r>
              <a:rPr lang="en-US" dirty="0"/>
              <a:t>Pull-out quote</a:t>
            </a:r>
          </a:p>
          <a:p>
            <a:pPr lvl="0"/>
            <a:r>
              <a:rPr lang="en-US" dirty="0"/>
              <a:t>Edit Master text styles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  <a:endParaRPr lang="en-AU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A440D47-120F-417D-B465-9495477436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150" y="1403350"/>
            <a:ext cx="6067425" cy="4792663"/>
          </a:xfrm>
        </p:spPr>
        <p:txBody>
          <a:bodyPr/>
          <a:lstStyle>
            <a:lvl1pPr>
              <a:spcBef>
                <a:spcPts val="0"/>
              </a:spcBef>
              <a:spcAft>
                <a:spcPts val="400"/>
              </a:spcAft>
              <a:defRPr/>
            </a:lvl1pPr>
            <a:lvl2pPr>
              <a:spcAft>
                <a:spcPts val="600"/>
              </a:spcAft>
              <a:defRPr sz="2000"/>
            </a:lvl2pPr>
            <a:lvl3pPr marL="0" indent="0">
              <a:buNone/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180000" indent="-180000">
              <a:buSzPct val="110000"/>
              <a:buFont typeface="Arial" panose="020B0604020202020204" pitchFamily="34" charset="0"/>
              <a:buChar char="•"/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360000" indent="-180000">
              <a:buFont typeface="Calibri" panose="020F0502020204030204" pitchFamily="34" charset="0"/>
              <a:buChar char="–"/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  <a:lvl6pPr marL="180000"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6pPr>
            <a:lvl7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7pPr>
            <a:lvl8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8pPr>
            <a:lvl9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9pPr>
          </a:lstStyle>
          <a:p>
            <a:pPr lvl="0"/>
            <a:r>
              <a:rPr lang="en-US" dirty="0"/>
              <a:t>First Level Heading</a:t>
            </a:r>
          </a:p>
          <a:p>
            <a:pPr lvl="1"/>
            <a:r>
              <a:rPr lang="en-US" dirty="0"/>
              <a:t>Add 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 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A565AD-8F39-47AC-8206-717F47FBDEE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89AF0-E866-43D9-B96D-7DA237F325D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5AEA0E0-5CC6-4BD0-905C-A0021E41943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4056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F03315E-CD2C-412E-B9D4-9CC06832EDD4}"/>
              </a:ext>
            </a:extLst>
          </p:cNvPr>
          <p:cNvSpPr/>
          <p:nvPr userDrawn="1"/>
        </p:nvSpPr>
        <p:spPr>
          <a:xfrm>
            <a:off x="0" y="0"/>
            <a:ext cx="12191999" cy="518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96DD276-2021-4E72-9004-5E975B6896C8}"/>
              </a:ext>
            </a:extLst>
          </p:cNvPr>
          <p:cNvGrpSpPr/>
          <p:nvPr userDrawn="1"/>
        </p:nvGrpSpPr>
        <p:grpSpPr>
          <a:xfrm>
            <a:off x="10928350" y="5589545"/>
            <a:ext cx="1062566" cy="1065213"/>
            <a:chOff x="10928350" y="5591175"/>
            <a:chExt cx="1062566" cy="1065213"/>
          </a:xfrm>
        </p:grpSpPr>
        <p:sp>
          <p:nvSpPr>
            <p:cNvPr id="8" name="Text Placeholder 5">
              <a:extLst>
                <a:ext uri="{FF2B5EF4-FFF2-40B4-BE49-F238E27FC236}">
                  <a16:creationId xmlns:a16="http://schemas.microsoft.com/office/drawing/2014/main" id="{201E62EF-F85C-4206-BFBC-4D89406A0D24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0928916" y="5592758"/>
              <a:ext cx="1062000" cy="1062000"/>
            </a:xfrm>
            <a:prstGeom prst="rect">
              <a:avLst/>
            </a:prstGeom>
            <a:blipFill dpi="0" rotWithShape="1"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SzPct val="110000"/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Calibri" panose="020F050202020403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   </a:t>
              </a:r>
              <a:endParaRPr lang="en-AU" dirty="0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5121C8AF-764F-4612-9902-7FC960F613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928350" y="5591175"/>
              <a:ext cx="1062038" cy="1065213"/>
            </a:xfrm>
            <a:custGeom>
              <a:avLst/>
              <a:gdLst>
                <a:gd name="T0" fmla="*/ 3400 w 6806"/>
                <a:gd name="T1" fmla="*/ 85 h 6803"/>
                <a:gd name="T2" fmla="*/ 3400 w 6806"/>
                <a:gd name="T3" fmla="*/ 85 h 6803"/>
                <a:gd name="T4" fmla="*/ 6720 w 6806"/>
                <a:gd name="T5" fmla="*/ 3399 h 6803"/>
                <a:gd name="T6" fmla="*/ 3406 w 6806"/>
                <a:gd name="T7" fmla="*/ 6719 h 6803"/>
                <a:gd name="T8" fmla="*/ 3403 w 6806"/>
                <a:gd name="T9" fmla="*/ 6719 h 6803"/>
                <a:gd name="T10" fmla="*/ 86 w 6806"/>
                <a:gd name="T11" fmla="*/ 3405 h 6803"/>
                <a:gd name="T12" fmla="*/ 1055 w 6806"/>
                <a:gd name="T13" fmla="*/ 1058 h 6803"/>
                <a:gd name="T14" fmla="*/ 3400 w 6806"/>
                <a:gd name="T15" fmla="*/ 85 h 6803"/>
                <a:gd name="T16" fmla="*/ 3400 w 6806"/>
                <a:gd name="T17" fmla="*/ 0 h 6803"/>
                <a:gd name="T18" fmla="*/ 995 w 6806"/>
                <a:gd name="T19" fmla="*/ 999 h 6803"/>
                <a:gd name="T20" fmla="*/ 1 w 6806"/>
                <a:gd name="T21" fmla="*/ 3405 h 6803"/>
                <a:gd name="T22" fmla="*/ 3403 w 6806"/>
                <a:gd name="T23" fmla="*/ 6803 h 6803"/>
                <a:gd name="T24" fmla="*/ 3406 w 6806"/>
                <a:gd name="T25" fmla="*/ 6803 h 6803"/>
                <a:gd name="T26" fmla="*/ 6804 w 6806"/>
                <a:gd name="T27" fmla="*/ 3399 h 6803"/>
                <a:gd name="T28" fmla="*/ 3400 w 6806"/>
                <a:gd name="T29" fmla="*/ 0 h 6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06" h="6803">
                  <a:moveTo>
                    <a:pt x="3400" y="85"/>
                  </a:moveTo>
                  <a:cubicBezTo>
                    <a:pt x="3400" y="85"/>
                    <a:pt x="3400" y="85"/>
                    <a:pt x="3400" y="85"/>
                  </a:cubicBezTo>
                  <a:cubicBezTo>
                    <a:pt x="5229" y="85"/>
                    <a:pt x="6718" y="1571"/>
                    <a:pt x="6720" y="3399"/>
                  </a:cubicBezTo>
                  <a:cubicBezTo>
                    <a:pt x="6722" y="5228"/>
                    <a:pt x="5235" y="6717"/>
                    <a:pt x="3406" y="6719"/>
                  </a:cubicBezTo>
                  <a:cubicBezTo>
                    <a:pt x="3403" y="6719"/>
                    <a:pt x="3403" y="6719"/>
                    <a:pt x="3403" y="6719"/>
                  </a:cubicBezTo>
                  <a:cubicBezTo>
                    <a:pt x="1575" y="6719"/>
                    <a:pt x="87" y="5232"/>
                    <a:pt x="86" y="3405"/>
                  </a:cubicBezTo>
                  <a:cubicBezTo>
                    <a:pt x="85" y="2519"/>
                    <a:pt x="429" y="1685"/>
                    <a:pt x="1055" y="1058"/>
                  </a:cubicBezTo>
                  <a:cubicBezTo>
                    <a:pt x="1681" y="431"/>
                    <a:pt x="2514" y="85"/>
                    <a:pt x="3400" y="85"/>
                  </a:cubicBezTo>
                  <a:moveTo>
                    <a:pt x="3400" y="0"/>
                  </a:moveTo>
                  <a:cubicBezTo>
                    <a:pt x="2491" y="1"/>
                    <a:pt x="1637" y="355"/>
                    <a:pt x="995" y="999"/>
                  </a:cubicBezTo>
                  <a:cubicBezTo>
                    <a:pt x="354" y="1642"/>
                    <a:pt x="0" y="2496"/>
                    <a:pt x="1" y="3405"/>
                  </a:cubicBezTo>
                  <a:cubicBezTo>
                    <a:pt x="3" y="5279"/>
                    <a:pt x="1529" y="6803"/>
                    <a:pt x="3403" y="6803"/>
                  </a:cubicBezTo>
                  <a:cubicBezTo>
                    <a:pt x="3406" y="6803"/>
                    <a:pt x="3406" y="6803"/>
                    <a:pt x="3406" y="6803"/>
                  </a:cubicBezTo>
                  <a:cubicBezTo>
                    <a:pt x="5281" y="6802"/>
                    <a:pt x="6806" y="5274"/>
                    <a:pt x="6804" y="3399"/>
                  </a:cubicBezTo>
                  <a:cubicBezTo>
                    <a:pt x="6803" y="1525"/>
                    <a:pt x="5277" y="0"/>
                    <a:pt x="3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Deakin University CRICOS Provider Code: 00113B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E8209D8-622A-4868-9E3A-BA1344D6CF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8502" y="0"/>
            <a:ext cx="6873496" cy="6858000"/>
          </a:xfrm>
          <a:custGeom>
            <a:avLst/>
            <a:gdLst>
              <a:gd name="connsiteX0" fmla="*/ 0 w 6873496"/>
              <a:gd name="connsiteY0" fmla="*/ 0 h 6858000"/>
              <a:gd name="connsiteX1" fmla="*/ 6873496 w 6873496"/>
              <a:gd name="connsiteY1" fmla="*/ 0 h 6858000"/>
              <a:gd name="connsiteX2" fmla="*/ 6873496 w 6873496"/>
              <a:gd name="connsiteY2" fmla="*/ 2702626 h 6858000"/>
              <a:gd name="connsiteX3" fmla="*/ 6492648 w 6873496"/>
              <a:gd name="connsiteY3" fmla="*/ 3359543 h 6858000"/>
              <a:gd name="connsiteX4" fmla="*/ 6438448 w 6873496"/>
              <a:gd name="connsiteY4" fmla="*/ 3453094 h 6858000"/>
              <a:gd name="connsiteX5" fmla="*/ 6438448 w 6873496"/>
              <a:gd name="connsiteY5" fmla="*/ 3491915 h 6858000"/>
              <a:gd name="connsiteX6" fmla="*/ 6415957 w 6873496"/>
              <a:gd name="connsiteY6" fmla="*/ 3491915 h 6858000"/>
              <a:gd name="connsiteX7" fmla="*/ 4465777 w 6873496"/>
              <a:gd name="connsiteY7" fmla="*/ 6858000 h 6858000"/>
              <a:gd name="connsiteX8" fmla="*/ 3977804 w 6873496"/>
              <a:gd name="connsiteY8" fmla="*/ 6858000 h 6858000"/>
              <a:gd name="connsiteX9" fmla="*/ 1947696 w 6873496"/>
              <a:gd name="connsiteY9" fmla="*/ 33595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73496" h="6858000">
                <a:moveTo>
                  <a:pt x="0" y="0"/>
                </a:moveTo>
                <a:lnTo>
                  <a:pt x="6873496" y="0"/>
                </a:lnTo>
                <a:lnTo>
                  <a:pt x="6873496" y="2702626"/>
                </a:lnTo>
                <a:lnTo>
                  <a:pt x="6492648" y="3359543"/>
                </a:lnTo>
                <a:lnTo>
                  <a:pt x="6438448" y="3453094"/>
                </a:lnTo>
                <a:lnTo>
                  <a:pt x="6438448" y="3491915"/>
                </a:lnTo>
                <a:lnTo>
                  <a:pt x="6415957" y="3491915"/>
                </a:lnTo>
                <a:lnTo>
                  <a:pt x="4465777" y="6858000"/>
                </a:lnTo>
                <a:lnTo>
                  <a:pt x="3977804" y="6858000"/>
                </a:lnTo>
                <a:lnTo>
                  <a:pt x="1947696" y="335954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412000" tIns="108000" rIns="1080000" bIns="828000" anchor="ctr">
            <a:noAutofit/>
          </a:bodyPr>
          <a:lstStyle>
            <a:lvl1pPr marL="90000" indent="-9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‘"/>
              <a:defRPr sz="2400">
                <a:solidFill>
                  <a:schemeClr val="bg1"/>
                </a:solidFill>
              </a:defRPr>
            </a:lvl1pPr>
            <a:lvl2pPr marL="90000">
              <a:spcBef>
                <a:spcPts val="0"/>
              </a:spcBef>
              <a:defRPr sz="2400">
                <a:solidFill>
                  <a:schemeClr val="bg1"/>
                </a:solidFill>
              </a:defRPr>
            </a:lvl2pPr>
            <a:lvl3pPr marL="9000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9000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90000">
              <a:spcBef>
                <a:spcPts val="0"/>
              </a:spcBef>
              <a:defRPr sz="2400">
                <a:solidFill>
                  <a:schemeClr val="bg1"/>
                </a:solidFill>
              </a:defRPr>
            </a:lvl5pPr>
            <a:lvl6pPr marL="90000">
              <a:spcBef>
                <a:spcPts val="0"/>
              </a:spcBef>
              <a:defRPr sz="2400">
                <a:solidFill>
                  <a:schemeClr val="bg1"/>
                </a:solidFill>
              </a:defRPr>
            </a:lvl6pPr>
            <a:lvl7pPr marL="90000">
              <a:spcBef>
                <a:spcPts val="0"/>
              </a:spcBef>
              <a:defRPr sz="2400">
                <a:solidFill>
                  <a:schemeClr val="bg1"/>
                </a:solidFill>
              </a:defRPr>
            </a:lvl7pPr>
            <a:lvl8pPr marL="90000">
              <a:spcBef>
                <a:spcPts val="0"/>
              </a:spcBef>
              <a:defRPr sz="2400">
                <a:solidFill>
                  <a:schemeClr val="bg1"/>
                </a:solidFill>
              </a:defRPr>
            </a:lvl8pPr>
            <a:lvl9pPr marL="90000">
              <a:spcBef>
                <a:spcPts val="0"/>
              </a:spcBef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Pull-out quote</a:t>
            </a:r>
          </a:p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  <a:endParaRPr lang="en-AU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A440D47-120F-417D-B465-9495477436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150" y="1403350"/>
            <a:ext cx="6067425" cy="4792663"/>
          </a:xfrm>
        </p:spPr>
        <p:txBody>
          <a:bodyPr/>
          <a:lstStyle>
            <a:lvl1pPr>
              <a:spcBef>
                <a:spcPts val="0"/>
              </a:spcBef>
              <a:spcAft>
                <a:spcPts val="400"/>
              </a:spcAft>
              <a:defRPr/>
            </a:lvl1pPr>
            <a:lvl2pPr>
              <a:spcAft>
                <a:spcPts val="600"/>
              </a:spcAft>
              <a:defRPr sz="2000"/>
            </a:lvl2pPr>
            <a:lvl3pPr marL="0" indent="0">
              <a:buNone/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180000" indent="-180000">
              <a:buSzPct val="110000"/>
              <a:buFont typeface="Arial" panose="020B0604020202020204" pitchFamily="34" charset="0"/>
              <a:buChar char="•"/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360000" indent="-180000">
              <a:buFont typeface="Calibri" panose="020F0502020204030204" pitchFamily="34" charset="0"/>
              <a:buChar char="–"/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  <a:lvl6pPr marL="180000"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6pPr>
            <a:lvl7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7pPr>
            <a:lvl8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8pPr>
            <a:lvl9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9pPr>
          </a:lstStyle>
          <a:p>
            <a:pPr lvl="0"/>
            <a:r>
              <a:rPr lang="en-US" dirty="0"/>
              <a:t>First Level Heading</a:t>
            </a:r>
          </a:p>
          <a:p>
            <a:pPr lvl="1"/>
            <a:r>
              <a:rPr lang="en-US" dirty="0"/>
              <a:t>Add 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 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597DA-4280-4B1B-B14B-16E9E753CE5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8DA0E-9FCE-4E3A-B07E-230A087A07E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5AEA0E0-5CC6-4BD0-905C-A0021E41943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34596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6BD6C96-781C-4A3F-97CF-70B1B00818F8}"/>
              </a:ext>
            </a:extLst>
          </p:cNvPr>
          <p:cNvSpPr/>
          <p:nvPr userDrawn="1"/>
        </p:nvSpPr>
        <p:spPr>
          <a:xfrm>
            <a:off x="0" y="0"/>
            <a:ext cx="12191999" cy="518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AF1E7F6-17F6-4655-A9C0-671169E14B10}"/>
              </a:ext>
            </a:extLst>
          </p:cNvPr>
          <p:cNvGrpSpPr/>
          <p:nvPr userDrawn="1"/>
        </p:nvGrpSpPr>
        <p:grpSpPr>
          <a:xfrm>
            <a:off x="10928350" y="164909"/>
            <a:ext cx="1062566" cy="1065213"/>
            <a:chOff x="10928350" y="5591175"/>
            <a:chExt cx="1062566" cy="1065213"/>
          </a:xfrm>
        </p:grpSpPr>
        <p:sp>
          <p:nvSpPr>
            <p:cNvPr id="10" name="Text Placeholder 5">
              <a:extLst>
                <a:ext uri="{FF2B5EF4-FFF2-40B4-BE49-F238E27FC236}">
                  <a16:creationId xmlns:a16="http://schemas.microsoft.com/office/drawing/2014/main" id="{B9CCFF6E-A0F0-4D1D-B760-5962844BDC49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0928916" y="5592758"/>
              <a:ext cx="1062000" cy="1062000"/>
            </a:xfrm>
            <a:prstGeom prst="rect">
              <a:avLst/>
            </a:prstGeom>
            <a:blipFill dpi="0" rotWithShape="1"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SzPct val="110000"/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Calibri" panose="020F050202020403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   </a:t>
              </a:r>
              <a:endParaRPr lang="en-AU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1564359A-69E3-4098-A99D-597B252EE8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928350" y="5591175"/>
              <a:ext cx="1062038" cy="1065213"/>
            </a:xfrm>
            <a:custGeom>
              <a:avLst/>
              <a:gdLst>
                <a:gd name="T0" fmla="*/ 3400 w 6806"/>
                <a:gd name="T1" fmla="*/ 85 h 6803"/>
                <a:gd name="T2" fmla="*/ 3400 w 6806"/>
                <a:gd name="T3" fmla="*/ 85 h 6803"/>
                <a:gd name="T4" fmla="*/ 6720 w 6806"/>
                <a:gd name="T5" fmla="*/ 3399 h 6803"/>
                <a:gd name="T6" fmla="*/ 3406 w 6806"/>
                <a:gd name="T7" fmla="*/ 6719 h 6803"/>
                <a:gd name="T8" fmla="*/ 3403 w 6806"/>
                <a:gd name="T9" fmla="*/ 6719 h 6803"/>
                <a:gd name="T10" fmla="*/ 86 w 6806"/>
                <a:gd name="T11" fmla="*/ 3405 h 6803"/>
                <a:gd name="T12" fmla="*/ 1055 w 6806"/>
                <a:gd name="T13" fmla="*/ 1058 h 6803"/>
                <a:gd name="T14" fmla="*/ 3400 w 6806"/>
                <a:gd name="T15" fmla="*/ 85 h 6803"/>
                <a:gd name="T16" fmla="*/ 3400 w 6806"/>
                <a:gd name="T17" fmla="*/ 0 h 6803"/>
                <a:gd name="T18" fmla="*/ 995 w 6806"/>
                <a:gd name="T19" fmla="*/ 999 h 6803"/>
                <a:gd name="T20" fmla="*/ 1 w 6806"/>
                <a:gd name="T21" fmla="*/ 3405 h 6803"/>
                <a:gd name="T22" fmla="*/ 3403 w 6806"/>
                <a:gd name="T23" fmla="*/ 6803 h 6803"/>
                <a:gd name="T24" fmla="*/ 3406 w 6806"/>
                <a:gd name="T25" fmla="*/ 6803 h 6803"/>
                <a:gd name="T26" fmla="*/ 6804 w 6806"/>
                <a:gd name="T27" fmla="*/ 3399 h 6803"/>
                <a:gd name="T28" fmla="*/ 3400 w 6806"/>
                <a:gd name="T29" fmla="*/ 0 h 6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06" h="6803">
                  <a:moveTo>
                    <a:pt x="3400" y="85"/>
                  </a:moveTo>
                  <a:cubicBezTo>
                    <a:pt x="3400" y="85"/>
                    <a:pt x="3400" y="85"/>
                    <a:pt x="3400" y="85"/>
                  </a:cubicBezTo>
                  <a:cubicBezTo>
                    <a:pt x="5229" y="85"/>
                    <a:pt x="6718" y="1571"/>
                    <a:pt x="6720" y="3399"/>
                  </a:cubicBezTo>
                  <a:cubicBezTo>
                    <a:pt x="6722" y="5228"/>
                    <a:pt x="5235" y="6717"/>
                    <a:pt x="3406" y="6719"/>
                  </a:cubicBezTo>
                  <a:cubicBezTo>
                    <a:pt x="3403" y="6719"/>
                    <a:pt x="3403" y="6719"/>
                    <a:pt x="3403" y="6719"/>
                  </a:cubicBezTo>
                  <a:cubicBezTo>
                    <a:pt x="1575" y="6719"/>
                    <a:pt x="87" y="5232"/>
                    <a:pt x="86" y="3405"/>
                  </a:cubicBezTo>
                  <a:cubicBezTo>
                    <a:pt x="85" y="2519"/>
                    <a:pt x="429" y="1685"/>
                    <a:pt x="1055" y="1058"/>
                  </a:cubicBezTo>
                  <a:cubicBezTo>
                    <a:pt x="1681" y="431"/>
                    <a:pt x="2514" y="85"/>
                    <a:pt x="3400" y="85"/>
                  </a:cubicBezTo>
                  <a:moveTo>
                    <a:pt x="3400" y="0"/>
                  </a:moveTo>
                  <a:cubicBezTo>
                    <a:pt x="2491" y="1"/>
                    <a:pt x="1637" y="355"/>
                    <a:pt x="995" y="999"/>
                  </a:cubicBezTo>
                  <a:cubicBezTo>
                    <a:pt x="354" y="1642"/>
                    <a:pt x="0" y="2496"/>
                    <a:pt x="1" y="3405"/>
                  </a:cubicBezTo>
                  <a:cubicBezTo>
                    <a:pt x="3" y="5279"/>
                    <a:pt x="1529" y="6803"/>
                    <a:pt x="3403" y="6803"/>
                  </a:cubicBezTo>
                  <a:cubicBezTo>
                    <a:pt x="3406" y="6803"/>
                    <a:pt x="3406" y="6803"/>
                    <a:pt x="3406" y="6803"/>
                  </a:cubicBezTo>
                  <a:cubicBezTo>
                    <a:pt x="5281" y="6802"/>
                    <a:pt x="6806" y="5274"/>
                    <a:pt x="6804" y="3399"/>
                  </a:cubicBezTo>
                  <a:cubicBezTo>
                    <a:pt x="6803" y="1525"/>
                    <a:pt x="5277" y="0"/>
                    <a:pt x="3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Deakin University CRICOS Provider Code: 00113B</a:t>
            </a:r>
            <a:endParaRPr lang="en-GB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D9448B89-E1A9-48D1-ACE5-F2C703E0A813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0075" y="1878013"/>
            <a:ext cx="10083800" cy="3568700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Table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014663-45FB-48F5-BDBF-A924B65B94A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15158-E5F3-49D5-B89F-EAED980EE5E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5AEA0E0-5CC6-4BD0-905C-A0021E41943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02150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6BD6C96-781C-4A3F-97CF-70B1B00818F8}"/>
              </a:ext>
            </a:extLst>
          </p:cNvPr>
          <p:cNvSpPr/>
          <p:nvPr userDrawn="1"/>
        </p:nvSpPr>
        <p:spPr>
          <a:xfrm>
            <a:off x="0" y="0"/>
            <a:ext cx="12191999" cy="518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7BDFDDC-C227-40E7-A408-9773DA04F8DA}"/>
              </a:ext>
            </a:extLst>
          </p:cNvPr>
          <p:cNvGrpSpPr/>
          <p:nvPr userDrawn="1"/>
        </p:nvGrpSpPr>
        <p:grpSpPr>
          <a:xfrm>
            <a:off x="10928350" y="164909"/>
            <a:ext cx="1062566" cy="1065213"/>
            <a:chOff x="10928350" y="5591175"/>
            <a:chExt cx="1062566" cy="1065213"/>
          </a:xfrm>
        </p:grpSpPr>
        <p:sp>
          <p:nvSpPr>
            <p:cNvPr id="9" name="Text Placeholder 5">
              <a:extLst>
                <a:ext uri="{FF2B5EF4-FFF2-40B4-BE49-F238E27FC236}">
                  <a16:creationId xmlns:a16="http://schemas.microsoft.com/office/drawing/2014/main" id="{3D8A7078-64E9-4715-9296-DD6D9B5E9851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0928916" y="5592758"/>
              <a:ext cx="1062000" cy="1062000"/>
            </a:xfrm>
            <a:prstGeom prst="rect">
              <a:avLst/>
            </a:prstGeom>
            <a:blipFill dpi="0" rotWithShape="1"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SzPct val="110000"/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Calibri" panose="020F050202020403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   </a:t>
              </a:r>
              <a:endParaRPr lang="en-AU" dirty="0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28E8C8E-8530-4F10-A533-C9DE31B71D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928350" y="5591175"/>
              <a:ext cx="1062038" cy="1065213"/>
            </a:xfrm>
            <a:custGeom>
              <a:avLst/>
              <a:gdLst>
                <a:gd name="T0" fmla="*/ 3400 w 6806"/>
                <a:gd name="T1" fmla="*/ 85 h 6803"/>
                <a:gd name="T2" fmla="*/ 3400 w 6806"/>
                <a:gd name="T3" fmla="*/ 85 h 6803"/>
                <a:gd name="T4" fmla="*/ 6720 w 6806"/>
                <a:gd name="T5" fmla="*/ 3399 h 6803"/>
                <a:gd name="T6" fmla="*/ 3406 w 6806"/>
                <a:gd name="T7" fmla="*/ 6719 h 6803"/>
                <a:gd name="T8" fmla="*/ 3403 w 6806"/>
                <a:gd name="T9" fmla="*/ 6719 h 6803"/>
                <a:gd name="T10" fmla="*/ 86 w 6806"/>
                <a:gd name="T11" fmla="*/ 3405 h 6803"/>
                <a:gd name="T12" fmla="*/ 1055 w 6806"/>
                <a:gd name="T13" fmla="*/ 1058 h 6803"/>
                <a:gd name="T14" fmla="*/ 3400 w 6806"/>
                <a:gd name="T15" fmla="*/ 85 h 6803"/>
                <a:gd name="T16" fmla="*/ 3400 w 6806"/>
                <a:gd name="T17" fmla="*/ 0 h 6803"/>
                <a:gd name="T18" fmla="*/ 995 w 6806"/>
                <a:gd name="T19" fmla="*/ 999 h 6803"/>
                <a:gd name="T20" fmla="*/ 1 w 6806"/>
                <a:gd name="T21" fmla="*/ 3405 h 6803"/>
                <a:gd name="T22" fmla="*/ 3403 w 6806"/>
                <a:gd name="T23" fmla="*/ 6803 h 6803"/>
                <a:gd name="T24" fmla="*/ 3406 w 6806"/>
                <a:gd name="T25" fmla="*/ 6803 h 6803"/>
                <a:gd name="T26" fmla="*/ 6804 w 6806"/>
                <a:gd name="T27" fmla="*/ 3399 h 6803"/>
                <a:gd name="T28" fmla="*/ 3400 w 6806"/>
                <a:gd name="T29" fmla="*/ 0 h 6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06" h="6803">
                  <a:moveTo>
                    <a:pt x="3400" y="85"/>
                  </a:moveTo>
                  <a:cubicBezTo>
                    <a:pt x="3400" y="85"/>
                    <a:pt x="3400" y="85"/>
                    <a:pt x="3400" y="85"/>
                  </a:cubicBezTo>
                  <a:cubicBezTo>
                    <a:pt x="5229" y="85"/>
                    <a:pt x="6718" y="1571"/>
                    <a:pt x="6720" y="3399"/>
                  </a:cubicBezTo>
                  <a:cubicBezTo>
                    <a:pt x="6722" y="5228"/>
                    <a:pt x="5235" y="6717"/>
                    <a:pt x="3406" y="6719"/>
                  </a:cubicBezTo>
                  <a:cubicBezTo>
                    <a:pt x="3403" y="6719"/>
                    <a:pt x="3403" y="6719"/>
                    <a:pt x="3403" y="6719"/>
                  </a:cubicBezTo>
                  <a:cubicBezTo>
                    <a:pt x="1575" y="6719"/>
                    <a:pt x="87" y="5232"/>
                    <a:pt x="86" y="3405"/>
                  </a:cubicBezTo>
                  <a:cubicBezTo>
                    <a:pt x="85" y="2519"/>
                    <a:pt x="429" y="1685"/>
                    <a:pt x="1055" y="1058"/>
                  </a:cubicBezTo>
                  <a:cubicBezTo>
                    <a:pt x="1681" y="431"/>
                    <a:pt x="2514" y="85"/>
                    <a:pt x="3400" y="85"/>
                  </a:cubicBezTo>
                  <a:moveTo>
                    <a:pt x="3400" y="0"/>
                  </a:moveTo>
                  <a:cubicBezTo>
                    <a:pt x="2491" y="1"/>
                    <a:pt x="1637" y="355"/>
                    <a:pt x="995" y="999"/>
                  </a:cubicBezTo>
                  <a:cubicBezTo>
                    <a:pt x="354" y="1642"/>
                    <a:pt x="0" y="2496"/>
                    <a:pt x="1" y="3405"/>
                  </a:cubicBezTo>
                  <a:cubicBezTo>
                    <a:pt x="3" y="5279"/>
                    <a:pt x="1529" y="6803"/>
                    <a:pt x="3403" y="6803"/>
                  </a:cubicBezTo>
                  <a:cubicBezTo>
                    <a:pt x="3406" y="6803"/>
                    <a:pt x="3406" y="6803"/>
                    <a:pt x="3406" y="6803"/>
                  </a:cubicBezTo>
                  <a:cubicBezTo>
                    <a:pt x="5281" y="6802"/>
                    <a:pt x="6806" y="5274"/>
                    <a:pt x="6804" y="3399"/>
                  </a:cubicBezTo>
                  <a:cubicBezTo>
                    <a:pt x="6803" y="1525"/>
                    <a:pt x="5277" y="0"/>
                    <a:pt x="3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Deakin University CRICOS Provider Code: 00113B</a:t>
            </a:r>
            <a:endParaRPr lang="en-GB"/>
          </a:p>
        </p:txBody>
      </p:sp>
      <p:sp>
        <p:nvSpPr>
          <p:cNvPr id="8" name="Chart Placeholder 5">
            <a:extLst>
              <a:ext uri="{FF2B5EF4-FFF2-40B4-BE49-F238E27FC236}">
                <a16:creationId xmlns:a16="http://schemas.microsoft.com/office/drawing/2014/main" id="{C30153EA-3427-4574-AE3C-5EC559671C53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00074" y="1230122"/>
            <a:ext cx="10083801" cy="4197542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One Chart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278F2-1EE7-4A37-8C2D-54DED0C6CA4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E200D-FF10-4884-8029-CF82D4A134D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5AEA0E0-5CC6-4BD0-905C-A0021E41943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72322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6BD6C96-781C-4A3F-97CF-70B1B00818F8}"/>
              </a:ext>
            </a:extLst>
          </p:cNvPr>
          <p:cNvSpPr/>
          <p:nvPr userDrawn="1"/>
        </p:nvSpPr>
        <p:spPr>
          <a:xfrm>
            <a:off x="0" y="0"/>
            <a:ext cx="12191999" cy="518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9029665-4F2C-4B20-B415-F421D3AE1E83}"/>
              </a:ext>
            </a:extLst>
          </p:cNvPr>
          <p:cNvGrpSpPr/>
          <p:nvPr userDrawn="1"/>
        </p:nvGrpSpPr>
        <p:grpSpPr>
          <a:xfrm>
            <a:off x="10928350" y="164909"/>
            <a:ext cx="1062566" cy="1065213"/>
            <a:chOff x="10928350" y="5591175"/>
            <a:chExt cx="1062566" cy="1065213"/>
          </a:xfrm>
        </p:grpSpPr>
        <p:sp>
          <p:nvSpPr>
            <p:cNvPr id="10" name="Text Placeholder 5">
              <a:extLst>
                <a:ext uri="{FF2B5EF4-FFF2-40B4-BE49-F238E27FC236}">
                  <a16:creationId xmlns:a16="http://schemas.microsoft.com/office/drawing/2014/main" id="{BC6C6DEB-240C-43FF-853C-CE320779E9AA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0928916" y="5592758"/>
              <a:ext cx="1062000" cy="1062000"/>
            </a:xfrm>
            <a:prstGeom prst="rect">
              <a:avLst/>
            </a:prstGeom>
            <a:blipFill dpi="0" rotWithShape="1"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SzPct val="110000"/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Calibri" panose="020F050202020403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   </a:t>
              </a:r>
              <a:endParaRPr lang="en-AU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51DE006D-4F59-4C22-AA46-1E29E0305C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928350" y="5591175"/>
              <a:ext cx="1062038" cy="1065213"/>
            </a:xfrm>
            <a:custGeom>
              <a:avLst/>
              <a:gdLst>
                <a:gd name="T0" fmla="*/ 3400 w 6806"/>
                <a:gd name="T1" fmla="*/ 85 h 6803"/>
                <a:gd name="T2" fmla="*/ 3400 w 6806"/>
                <a:gd name="T3" fmla="*/ 85 h 6803"/>
                <a:gd name="T4" fmla="*/ 6720 w 6806"/>
                <a:gd name="T5" fmla="*/ 3399 h 6803"/>
                <a:gd name="T6" fmla="*/ 3406 w 6806"/>
                <a:gd name="T7" fmla="*/ 6719 h 6803"/>
                <a:gd name="T8" fmla="*/ 3403 w 6806"/>
                <a:gd name="T9" fmla="*/ 6719 h 6803"/>
                <a:gd name="T10" fmla="*/ 86 w 6806"/>
                <a:gd name="T11" fmla="*/ 3405 h 6803"/>
                <a:gd name="T12" fmla="*/ 1055 w 6806"/>
                <a:gd name="T13" fmla="*/ 1058 h 6803"/>
                <a:gd name="T14" fmla="*/ 3400 w 6806"/>
                <a:gd name="T15" fmla="*/ 85 h 6803"/>
                <a:gd name="T16" fmla="*/ 3400 w 6806"/>
                <a:gd name="T17" fmla="*/ 0 h 6803"/>
                <a:gd name="T18" fmla="*/ 995 w 6806"/>
                <a:gd name="T19" fmla="*/ 999 h 6803"/>
                <a:gd name="T20" fmla="*/ 1 w 6806"/>
                <a:gd name="T21" fmla="*/ 3405 h 6803"/>
                <a:gd name="T22" fmla="*/ 3403 w 6806"/>
                <a:gd name="T23" fmla="*/ 6803 h 6803"/>
                <a:gd name="T24" fmla="*/ 3406 w 6806"/>
                <a:gd name="T25" fmla="*/ 6803 h 6803"/>
                <a:gd name="T26" fmla="*/ 6804 w 6806"/>
                <a:gd name="T27" fmla="*/ 3399 h 6803"/>
                <a:gd name="T28" fmla="*/ 3400 w 6806"/>
                <a:gd name="T29" fmla="*/ 0 h 6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06" h="6803">
                  <a:moveTo>
                    <a:pt x="3400" y="85"/>
                  </a:moveTo>
                  <a:cubicBezTo>
                    <a:pt x="3400" y="85"/>
                    <a:pt x="3400" y="85"/>
                    <a:pt x="3400" y="85"/>
                  </a:cubicBezTo>
                  <a:cubicBezTo>
                    <a:pt x="5229" y="85"/>
                    <a:pt x="6718" y="1571"/>
                    <a:pt x="6720" y="3399"/>
                  </a:cubicBezTo>
                  <a:cubicBezTo>
                    <a:pt x="6722" y="5228"/>
                    <a:pt x="5235" y="6717"/>
                    <a:pt x="3406" y="6719"/>
                  </a:cubicBezTo>
                  <a:cubicBezTo>
                    <a:pt x="3403" y="6719"/>
                    <a:pt x="3403" y="6719"/>
                    <a:pt x="3403" y="6719"/>
                  </a:cubicBezTo>
                  <a:cubicBezTo>
                    <a:pt x="1575" y="6719"/>
                    <a:pt x="87" y="5232"/>
                    <a:pt x="86" y="3405"/>
                  </a:cubicBezTo>
                  <a:cubicBezTo>
                    <a:pt x="85" y="2519"/>
                    <a:pt x="429" y="1685"/>
                    <a:pt x="1055" y="1058"/>
                  </a:cubicBezTo>
                  <a:cubicBezTo>
                    <a:pt x="1681" y="431"/>
                    <a:pt x="2514" y="85"/>
                    <a:pt x="3400" y="85"/>
                  </a:cubicBezTo>
                  <a:moveTo>
                    <a:pt x="3400" y="0"/>
                  </a:moveTo>
                  <a:cubicBezTo>
                    <a:pt x="2491" y="1"/>
                    <a:pt x="1637" y="355"/>
                    <a:pt x="995" y="999"/>
                  </a:cubicBezTo>
                  <a:cubicBezTo>
                    <a:pt x="354" y="1642"/>
                    <a:pt x="0" y="2496"/>
                    <a:pt x="1" y="3405"/>
                  </a:cubicBezTo>
                  <a:cubicBezTo>
                    <a:pt x="3" y="5279"/>
                    <a:pt x="1529" y="6803"/>
                    <a:pt x="3403" y="6803"/>
                  </a:cubicBezTo>
                  <a:cubicBezTo>
                    <a:pt x="3406" y="6803"/>
                    <a:pt x="3406" y="6803"/>
                    <a:pt x="3406" y="6803"/>
                  </a:cubicBezTo>
                  <a:cubicBezTo>
                    <a:pt x="5281" y="6802"/>
                    <a:pt x="6806" y="5274"/>
                    <a:pt x="6804" y="3399"/>
                  </a:cubicBezTo>
                  <a:cubicBezTo>
                    <a:pt x="6803" y="1525"/>
                    <a:pt x="5277" y="0"/>
                    <a:pt x="3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Deakin University CRICOS Provider Code: 00113B</a:t>
            </a:r>
            <a:endParaRPr lang="en-GB"/>
          </a:p>
        </p:txBody>
      </p:sp>
      <p:sp>
        <p:nvSpPr>
          <p:cNvPr id="8" name="Chart Placeholder 5">
            <a:extLst>
              <a:ext uri="{FF2B5EF4-FFF2-40B4-BE49-F238E27FC236}">
                <a16:creationId xmlns:a16="http://schemas.microsoft.com/office/drawing/2014/main" id="{E458C3C2-CF33-4CB9-8804-AE329310D4BD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053496" y="1230122"/>
            <a:ext cx="4650351" cy="4197542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23A387DA-AE79-4488-A710-E2CB8440BAE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00074" y="1230122"/>
            <a:ext cx="4650351" cy="4197542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Two Charts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C028ED-0EAA-4C68-BC54-368E7CE609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C4F87-AA56-4CB8-9E39-E8DAD1342C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5AEA0E0-5CC6-4BD0-905C-A0021E41943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56451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6BD6C96-781C-4A3F-97CF-70B1B00818F8}"/>
              </a:ext>
            </a:extLst>
          </p:cNvPr>
          <p:cNvSpPr/>
          <p:nvPr userDrawn="1"/>
        </p:nvSpPr>
        <p:spPr>
          <a:xfrm>
            <a:off x="0" y="0"/>
            <a:ext cx="12191999" cy="518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60C4316-19A7-4B68-A13B-6FE901D519F2}"/>
              </a:ext>
            </a:extLst>
          </p:cNvPr>
          <p:cNvGrpSpPr/>
          <p:nvPr userDrawn="1"/>
        </p:nvGrpSpPr>
        <p:grpSpPr>
          <a:xfrm>
            <a:off x="10928350" y="164909"/>
            <a:ext cx="1062566" cy="1065213"/>
            <a:chOff x="10928350" y="5591175"/>
            <a:chExt cx="1062566" cy="1065213"/>
          </a:xfrm>
        </p:grpSpPr>
        <p:sp>
          <p:nvSpPr>
            <p:cNvPr id="8" name="Text Placeholder 5">
              <a:extLst>
                <a:ext uri="{FF2B5EF4-FFF2-40B4-BE49-F238E27FC236}">
                  <a16:creationId xmlns:a16="http://schemas.microsoft.com/office/drawing/2014/main" id="{DD65950F-A117-4F3B-959F-13966699AE29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0928916" y="5592758"/>
              <a:ext cx="1062000" cy="1062000"/>
            </a:xfrm>
            <a:prstGeom prst="rect">
              <a:avLst/>
            </a:prstGeom>
            <a:blipFill dpi="0" rotWithShape="1"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SzPct val="110000"/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Calibri" panose="020F050202020403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   </a:t>
              </a:r>
              <a:endParaRPr lang="en-AU" dirty="0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B455B32D-BAB4-4F7A-8899-B194E47ED8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928350" y="5591175"/>
              <a:ext cx="1062038" cy="1065213"/>
            </a:xfrm>
            <a:custGeom>
              <a:avLst/>
              <a:gdLst>
                <a:gd name="T0" fmla="*/ 3400 w 6806"/>
                <a:gd name="T1" fmla="*/ 85 h 6803"/>
                <a:gd name="T2" fmla="*/ 3400 w 6806"/>
                <a:gd name="T3" fmla="*/ 85 h 6803"/>
                <a:gd name="T4" fmla="*/ 6720 w 6806"/>
                <a:gd name="T5" fmla="*/ 3399 h 6803"/>
                <a:gd name="T6" fmla="*/ 3406 w 6806"/>
                <a:gd name="T7" fmla="*/ 6719 h 6803"/>
                <a:gd name="T8" fmla="*/ 3403 w 6806"/>
                <a:gd name="T9" fmla="*/ 6719 h 6803"/>
                <a:gd name="T10" fmla="*/ 86 w 6806"/>
                <a:gd name="T11" fmla="*/ 3405 h 6803"/>
                <a:gd name="T12" fmla="*/ 1055 w 6806"/>
                <a:gd name="T13" fmla="*/ 1058 h 6803"/>
                <a:gd name="T14" fmla="*/ 3400 w 6806"/>
                <a:gd name="T15" fmla="*/ 85 h 6803"/>
                <a:gd name="T16" fmla="*/ 3400 w 6806"/>
                <a:gd name="T17" fmla="*/ 0 h 6803"/>
                <a:gd name="T18" fmla="*/ 995 w 6806"/>
                <a:gd name="T19" fmla="*/ 999 h 6803"/>
                <a:gd name="T20" fmla="*/ 1 w 6806"/>
                <a:gd name="T21" fmla="*/ 3405 h 6803"/>
                <a:gd name="T22" fmla="*/ 3403 w 6806"/>
                <a:gd name="T23" fmla="*/ 6803 h 6803"/>
                <a:gd name="T24" fmla="*/ 3406 w 6806"/>
                <a:gd name="T25" fmla="*/ 6803 h 6803"/>
                <a:gd name="T26" fmla="*/ 6804 w 6806"/>
                <a:gd name="T27" fmla="*/ 3399 h 6803"/>
                <a:gd name="T28" fmla="*/ 3400 w 6806"/>
                <a:gd name="T29" fmla="*/ 0 h 6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06" h="6803">
                  <a:moveTo>
                    <a:pt x="3400" y="85"/>
                  </a:moveTo>
                  <a:cubicBezTo>
                    <a:pt x="3400" y="85"/>
                    <a:pt x="3400" y="85"/>
                    <a:pt x="3400" y="85"/>
                  </a:cubicBezTo>
                  <a:cubicBezTo>
                    <a:pt x="5229" y="85"/>
                    <a:pt x="6718" y="1571"/>
                    <a:pt x="6720" y="3399"/>
                  </a:cubicBezTo>
                  <a:cubicBezTo>
                    <a:pt x="6722" y="5228"/>
                    <a:pt x="5235" y="6717"/>
                    <a:pt x="3406" y="6719"/>
                  </a:cubicBezTo>
                  <a:cubicBezTo>
                    <a:pt x="3403" y="6719"/>
                    <a:pt x="3403" y="6719"/>
                    <a:pt x="3403" y="6719"/>
                  </a:cubicBezTo>
                  <a:cubicBezTo>
                    <a:pt x="1575" y="6719"/>
                    <a:pt x="87" y="5232"/>
                    <a:pt x="86" y="3405"/>
                  </a:cubicBezTo>
                  <a:cubicBezTo>
                    <a:pt x="85" y="2519"/>
                    <a:pt x="429" y="1685"/>
                    <a:pt x="1055" y="1058"/>
                  </a:cubicBezTo>
                  <a:cubicBezTo>
                    <a:pt x="1681" y="431"/>
                    <a:pt x="2514" y="85"/>
                    <a:pt x="3400" y="85"/>
                  </a:cubicBezTo>
                  <a:moveTo>
                    <a:pt x="3400" y="0"/>
                  </a:moveTo>
                  <a:cubicBezTo>
                    <a:pt x="2491" y="1"/>
                    <a:pt x="1637" y="355"/>
                    <a:pt x="995" y="999"/>
                  </a:cubicBezTo>
                  <a:cubicBezTo>
                    <a:pt x="354" y="1642"/>
                    <a:pt x="0" y="2496"/>
                    <a:pt x="1" y="3405"/>
                  </a:cubicBezTo>
                  <a:cubicBezTo>
                    <a:pt x="3" y="5279"/>
                    <a:pt x="1529" y="6803"/>
                    <a:pt x="3403" y="6803"/>
                  </a:cubicBezTo>
                  <a:cubicBezTo>
                    <a:pt x="3406" y="6803"/>
                    <a:pt x="3406" y="6803"/>
                    <a:pt x="3406" y="6803"/>
                  </a:cubicBezTo>
                  <a:cubicBezTo>
                    <a:pt x="5281" y="6802"/>
                    <a:pt x="6806" y="5274"/>
                    <a:pt x="6804" y="3399"/>
                  </a:cubicBezTo>
                  <a:cubicBezTo>
                    <a:pt x="6803" y="1525"/>
                    <a:pt x="5277" y="0"/>
                    <a:pt x="3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Deakin University CRICOS Provider Code: 00113B</a:t>
            </a:r>
            <a:endParaRPr lang="en-GB"/>
          </a:p>
        </p:txBody>
      </p:sp>
      <p:sp>
        <p:nvSpPr>
          <p:cNvPr id="4" name="SmartArt Placeholder 3">
            <a:extLst>
              <a:ext uri="{FF2B5EF4-FFF2-40B4-BE49-F238E27FC236}">
                <a16:creationId xmlns:a16="http://schemas.microsoft.com/office/drawing/2014/main" id="{33CEEB8A-45DE-442C-B018-839DF31F2C9D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600075" y="1230313"/>
            <a:ext cx="10083800" cy="4197351"/>
          </a:xfrm>
        </p:spPr>
        <p:txBody>
          <a:bodyPr lIns="144000" tIns="10800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SmartArt graphic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SmartArt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A92AEE-A3E2-44BC-8085-4E46E1FC80E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0A3EA45-C69C-458F-BBC6-9D298DD2BE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5AEA0E0-5CC6-4BD0-905C-A0021E41943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17683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6BD6C96-781C-4A3F-97CF-70B1B00818F8}"/>
              </a:ext>
            </a:extLst>
          </p:cNvPr>
          <p:cNvSpPr/>
          <p:nvPr userDrawn="1"/>
        </p:nvSpPr>
        <p:spPr>
          <a:xfrm>
            <a:off x="0" y="0"/>
            <a:ext cx="12191999" cy="518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32F99FA-C571-4C63-B406-DCD5E2CDB355}"/>
              </a:ext>
            </a:extLst>
          </p:cNvPr>
          <p:cNvGrpSpPr/>
          <p:nvPr userDrawn="1"/>
        </p:nvGrpSpPr>
        <p:grpSpPr>
          <a:xfrm>
            <a:off x="10928350" y="164909"/>
            <a:ext cx="1062566" cy="1065213"/>
            <a:chOff x="10928350" y="5591175"/>
            <a:chExt cx="1062566" cy="1065213"/>
          </a:xfrm>
        </p:grpSpPr>
        <p:sp>
          <p:nvSpPr>
            <p:cNvPr id="14" name="Text Placeholder 5">
              <a:extLst>
                <a:ext uri="{FF2B5EF4-FFF2-40B4-BE49-F238E27FC236}">
                  <a16:creationId xmlns:a16="http://schemas.microsoft.com/office/drawing/2014/main" id="{71967865-6ED7-41F3-BE33-EA861FD85BA1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0928916" y="5592758"/>
              <a:ext cx="1062000" cy="1062000"/>
            </a:xfrm>
            <a:prstGeom prst="rect">
              <a:avLst/>
            </a:prstGeom>
            <a:blipFill dpi="0" rotWithShape="1"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SzPct val="110000"/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Calibri" panose="020F050202020403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   </a:t>
              </a:r>
              <a:endParaRPr lang="en-AU" dirty="0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276B36F-584D-437B-AD70-3443B1D6DA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928350" y="5591175"/>
              <a:ext cx="1062038" cy="1065213"/>
            </a:xfrm>
            <a:custGeom>
              <a:avLst/>
              <a:gdLst>
                <a:gd name="T0" fmla="*/ 3400 w 6806"/>
                <a:gd name="T1" fmla="*/ 85 h 6803"/>
                <a:gd name="T2" fmla="*/ 3400 w 6806"/>
                <a:gd name="T3" fmla="*/ 85 h 6803"/>
                <a:gd name="T4" fmla="*/ 6720 w 6806"/>
                <a:gd name="T5" fmla="*/ 3399 h 6803"/>
                <a:gd name="T6" fmla="*/ 3406 w 6806"/>
                <a:gd name="T7" fmla="*/ 6719 h 6803"/>
                <a:gd name="T8" fmla="*/ 3403 w 6806"/>
                <a:gd name="T9" fmla="*/ 6719 h 6803"/>
                <a:gd name="T10" fmla="*/ 86 w 6806"/>
                <a:gd name="T11" fmla="*/ 3405 h 6803"/>
                <a:gd name="T12" fmla="*/ 1055 w 6806"/>
                <a:gd name="T13" fmla="*/ 1058 h 6803"/>
                <a:gd name="T14" fmla="*/ 3400 w 6806"/>
                <a:gd name="T15" fmla="*/ 85 h 6803"/>
                <a:gd name="T16" fmla="*/ 3400 w 6806"/>
                <a:gd name="T17" fmla="*/ 0 h 6803"/>
                <a:gd name="T18" fmla="*/ 995 w 6806"/>
                <a:gd name="T19" fmla="*/ 999 h 6803"/>
                <a:gd name="T20" fmla="*/ 1 w 6806"/>
                <a:gd name="T21" fmla="*/ 3405 h 6803"/>
                <a:gd name="T22" fmla="*/ 3403 w 6806"/>
                <a:gd name="T23" fmla="*/ 6803 h 6803"/>
                <a:gd name="T24" fmla="*/ 3406 w 6806"/>
                <a:gd name="T25" fmla="*/ 6803 h 6803"/>
                <a:gd name="T26" fmla="*/ 6804 w 6806"/>
                <a:gd name="T27" fmla="*/ 3399 h 6803"/>
                <a:gd name="T28" fmla="*/ 3400 w 6806"/>
                <a:gd name="T29" fmla="*/ 0 h 6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06" h="6803">
                  <a:moveTo>
                    <a:pt x="3400" y="85"/>
                  </a:moveTo>
                  <a:cubicBezTo>
                    <a:pt x="3400" y="85"/>
                    <a:pt x="3400" y="85"/>
                    <a:pt x="3400" y="85"/>
                  </a:cubicBezTo>
                  <a:cubicBezTo>
                    <a:pt x="5229" y="85"/>
                    <a:pt x="6718" y="1571"/>
                    <a:pt x="6720" y="3399"/>
                  </a:cubicBezTo>
                  <a:cubicBezTo>
                    <a:pt x="6722" y="5228"/>
                    <a:pt x="5235" y="6717"/>
                    <a:pt x="3406" y="6719"/>
                  </a:cubicBezTo>
                  <a:cubicBezTo>
                    <a:pt x="3403" y="6719"/>
                    <a:pt x="3403" y="6719"/>
                    <a:pt x="3403" y="6719"/>
                  </a:cubicBezTo>
                  <a:cubicBezTo>
                    <a:pt x="1575" y="6719"/>
                    <a:pt x="87" y="5232"/>
                    <a:pt x="86" y="3405"/>
                  </a:cubicBezTo>
                  <a:cubicBezTo>
                    <a:pt x="85" y="2519"/>
                    <a:pt x="429" y="1685"/>
                    <a:pt x="1055" y="1058"/>
                  </a:cubicBezTo>
                  <a:cubicBezTo>
                    <a:pt x="1681" y="431"/>
                    <a:pt x="2514" y="85"/>
                    <a:pt x="3400" y="85"/>
                  </a:cubicBezTo>
                  <a:moveTo>
                    <a:pt x="3400" y="0"/>
                  </a:moveTo>
                  <a:cubicBezTo>
                    <a:pt x="2491" y="1"/>
                    <a:pt x="1637" y="355"/>
                    <a:pt x="995" y="999"/>
                  </a:cubicBezTo>
                  <a:cubicBezTo>
                    <a:pt x="354" y="1642"/>
                    <a:pt x="0" y="2496"/>
                    <a:pt x="1" y="3405"/>
                  </a:cubicBezTo>
                  <a:cubicBezTo>
                    <a:pt x="3" y="5279"/>
                    <a:pt x="1529" y="6803"/>
                    <a:pt x="3403" y="6803"/>
                  </a:cubicBezTo>
                  <a:cubicBezTo>
                    <a:pt x="3406" y="6803"/>
                    <a:pt x="3406" y="6803"/>
                    <a:pt x="3406" y="6803"/>
                  </a:cubicBezTo>
                  <a:cubicBezTo>
                    <a:pt x="5281" y="6802"/>
                    <a:pt x="6806" y="5274"/>
                    <a:pt x="6804" y="3399"/>
                  </a:cubicBezTo>
                  <a:cubicBezTo>
                    <a:pt x="6803" y="1525"/>
                    <a:pt x="5277" y="0"/>
                    <a:pt x="3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Deakin University CRICOS Provider Code: 00113B</a:t>
            </a:r>
            <a:endParaRPr lang="en-GB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D7DFDB3-DCB5-4B48-9EEA-A4734FB4741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1527" y="5034586"/>
            <a:ext cx="3960000" cy="792000"/>
          </a:xfrm>
          <a:noFill/>
        </p:spPr>
        <p:txBody>
          <a:bodyPr lIns="144000" tIns="144000" rIns="144000" bIns="14400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</a:p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6813962-FD3C-4FB9-B491-C767A671C6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1527" y="4127675"/>
            <a:ext cx="3960000" cy="792000"/>
          </a:xfrm>
          <a:solidFill>
            <a:schemeClr val="bg1"/>
          </a:solidFill>
          <a:ln w="25400">
            <a:noFill/>
          </a:ln>
        </p:spPr>
        <p:txBody>
          <a:bodyPr lIns="144000" tIns="144000" rIns="144000" bIns="144000"/>
          <a:lstStyle>
            <a:lvl1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chemeClr val="tx1"/>
                </a:solidFill>
              </a:defRPr>
            </a:lvl1pPr>
            <a:lvl2pPr algn="ctr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marL="0" indent="0" algn="ct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3pPr>
            <a:lvl4pPr marL="0" indent="0" algn="ct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4pPr>
            <a:lvl5pPr algn="ctr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2A84125-9005-4533-BECC-81A7366A66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1527" y="3220764"/>
            <a:ext cx="3960000" cy="792000"/>
          </a:xfr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lIns="144000" tIns="144000" rIns="144000" bIns="144000" anchor="ctr" anchorCtr="0"/>
          <a:lstStyle>
            <a:lvl1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chemeClr val="tx1"/>
                </a:solidFill>
              </a:defRPr>
            </a:lvl1pPr>
            <a:lvl2pPr algn="ctr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marL="0" indent="0" algn="ct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3pPr>
            <a:lvl4pPr marL="0" indent="0" algn="ct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4pPr>
            <a:lvl5pPr algn="ctr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0303E1E-61F6-443C-A0F7-1058BB4E43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1527" y="2313853"/>
            <a:ext cx="3960000" cy="792000"/>
          </a:xfrm>
          <a:solidFill>
            <a:schemeClr val="tx2"/>
          </a:solidFill>
        </p:spPr>
        <p:txBody>
          <a:bodyPr lIns="144000" tIns="144000" rIns="144000" bIns="14400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defRPr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</a:p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279792-438F-4540-B064-59FF4CB006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1527" y="1406942"/>
            <a:ext cx="3960000" cy="792000"/>
          </a:xfrm>
          <a:solidFill>
            <a:schemeClr val="tx1"/>
          </a:solidFill>
        </p:spPr>
        <p:txBody>
          <a:bodyPr lIns="144000" tIns="144000" rIns="144000" bIns="144000"/>
          <a:lstStyle>
            <a:lvl1pPr>
              <a:spcBef>
                <a:spcPts val="0"/>
              </a:spcBef>
              <a:spcAft>
                <a:spcPts val="0"/>
              </a:spcAft>
              <a:defRPr sz="1800" b="1">
                <a:solidFill>
                  <a:schemeClr val="bg2"/>
                </a:solidFill>
              </a:defRPr>
            </a:lvl1pPr>
            <a:lvl2pPr>
              <a:spcBef>
                <a:spcPts val="0"/>
              </a:spcBef>
              <a:defRPr>
                <a:solidFill>
                  <a:schemeClr val="bg2"/>
                </a:solidFill>
              </a:defRPr>
            </a:lvl2pPr>
            <a:lvl3pPr>
              <a:spcBef>
                <a:spcPts val="0"/>
              </a:spcBef>
              <a:defRPr>
                <a:solidFill>
                  <a:schemeClr val="bg2"/>
                </a:solidFill>
              </a:defRPr>
            </a:lvl3pPr>
            <a:lvl4pPr>
              <a:spcBef>
                <a:spcPts val="0"/>
              </a:spcBef>
              <a:defRPr>
                <a:solidFill>
                  <a:schemeClr val="bg2"/>
                </a:solidFill>
              </a:defRPr>
            </a:lvl4pPr>
            <a:lvl5pPr>
              <a:spcBef>
                <a:spcPts val="0"/>
              </a:spcBef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Custom Graphics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EFE461-4204-428F-90CD-9D3F32E4E4A3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B1EC4-07D9-4E89-A9E3-6466F6D8982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5AEA0E0-5CC6-4BD0-905C-A0021E41943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76062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6BD6C96-781C-4A3F-97CF-70B1B00818F8}"/>
              </a:ext>
            </a:extLst>
          </p:cNvPr>
          <p:cNvSpPr/>
          <p:nvPr userDrawn="1"/>
        </p:nvSpPr>
        <p:spPr>
          <a:xfrm>
            <a:off x="0" y="0"/>
            <a:ext cx="12191999" cy="518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F725C87-85E4-4451-8B79-B055377CE4DD}"/>
              </a:ext>
            </a:extLst>
          </p:cNvPr>
          <p:cNvGrpSpPr/>
          <p:nvPr userDrawn="1"/>
        </p:nvGrpSpPr>
        <p:grpSpPr>
          <a:xfrm>
            <a:off x="10928350" y="164909"/>
            <a:ext cx="1062566" cy="1065213"/>
            <a:chOff x="10928350" y="5591175"/>
            <a:chExt cx="1062566" cy="1065213"/>
          </a:xfrm>
        </p:grpSpPr>
        <p:sp>
          <p:nvSpPr>
            <p:cNvPr id="14" name="Text Placeholder 5">
              <a:extLst>
                <a:ext uri="{FF2B5EF4-FFF2-40B4-BE49-F238E27FC236}">
                  <a16:creationId xmlns:a16="http://schemas.microsoft.com/office/drawing/2014/main" id="{25A121E9-B425-4922-A452-E4B262578AD4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0928916" y="5592758"/>
              <a:ext cx="1062000" cy="1062000"/>
            </a:xfrm>
            <a:prstGeom prst="rect">
              <a:avLst/>
            </a:prstGeom>
            <a:blipFill dpi="0" rotWithShape="1"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SzPct val="110000"/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Calibri" panose="020F050202020403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   </a:t>
              </a:r>
              <a:endParaRPr lang="en-AU" dirty="0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B16EBE21-8D6D-40AD-A674-46BA69A4CF1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928350" y="5591175"/>
              <a:ext cx="1062038" cy="1065213"/>
            </a:xfrm>
            <a:custGeom>
              <a:avLst/>
              <a:gdLst>
                <a:gd name="T0" fmla="*/ 3400 w 6806"/>
                <a:gd name="T1" fmla="*/ 85 h 6803"/>
                <a:gd name="T2" fmla="*/ 3400 w 6806"/>
                <a:gd name="T3" fmla="*/ 85 h 6803"/>
                <a:gd name="T4" fmla="*/ 6720 w 6806"/>
                <a:gd name="T5" fmla="*/ 3399 h 6803"/>
                <a:gd name="T6" fmla="*/ 3406 w 6806"/>
                <a:gd name="T7" fmla="*/ 6719 h 6803"/>
                <a:gd name="T8" fmla="*/ 3403 w 6806"/>
                <a:gd name="T9" fmla="*/ 6719 h 6803"/>
                <a:gd name="T10" fmla="*/ 86 w 6806"/>
                <a:gd name="T11" fmla="*/ 3405 h 6803"/>
                <a:gd name="T12" fmla="*/ 1055 w 6806"/>
                <a:gd name="T13" fmla="*/ 1058 h 6803"/>
                <a:gd name="T14" fmla="*/ 3400 w 6806"/>
                <a:gd name="T15" fmla="*/ 85 h 6803"/>
                <a:gd name="T16" fmla="*/ 3400 w 6806"/>
                <a:gd name="T17" fmla="*/ 0 h 6803"/>
                <a:gd name="T18" fmla="*/ 995 w 6806"/>
                <a:gd name="T19" fmla="*/ 999 h 6803"/>
                <a:gd name="T20" fmla="*/ 1 w 6806"/>
                <a:gd name="T21" fmla="*/ 3405 h 6803"/>
                <a:gd name="T22" fmla="*/ 3403 w 6806"/>
                <a:gd name="T23" fmla="*/ 6803 h 6803"/>
                <a:gd name="T24" fmla="*/ 3406 w 6806"/>
                <a:gd name="T25" fmla="*/ 6803 h 6803"/>
                <a:gd name="T26" fmla="*/ 6804 w 6806"/>
                <a:gd name="T27" fmla="*/ 3399 h 6803"/>
                <a:gd name="T28" fmla="*/ 3400 w 6806"/>
                <a:gd name="T29" fmla="*/ 0 h 6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06" h="6803">
                  <a:moveTo>
                    <a:pt x="3400" y="85"/>
                  </a:moveTo>
                  <a:cubicBezTo>
                    <a:pt x="3400" y="85"/>
                    <a:pt x="3400" y="85"/>
                    <a:pt x="3400" y="85"/>
                  </a:cubicBezTo>
                  <a:cubicBezTo>
                    <a:pt x="5229" y="85"/>
                    <a:pt x="6718" y="1571"/>
                    <a:pt x="6720" y="3399"/>
                  </a:cubicBezTo>
                  <a:cubicBezTo>
                    <a:pt x="6722" y="5228"/>
                    <a:pt x="5235" y="6717"/>
                    <a:pt x="3406" y="6719"/>
                  </a:cubicBezTo>
                  <a:cubicBezTo>
                    <a:pt x="3403" y="6719"/>
                    <a:pt x="3403" y="6719"/>
                    <a:pt x="3403" y="6719"/>
                  </a:cubicBezTo>
                  <a:cubicBezTo>
                    <a:pt x="1575" y="6719"/>
                    <a:pt x="87" y="5232"/>
                    <a:pt x="86" y="3405"/>
                  </a:cubicBezTo>
                  <a:cubicBezTo>
                    <a:pt x="85" y="2519"/>
                    <a:pt x="429" y="1685"/>
                    <a:pt x="1055" y="1058"/>
                  </a:cubicBezTo>
                  <a:cubicBezTo>
                    <a:pt x="1681" y="431"/>
                    <a:pt x="2514" y="85"/>
                    <a:pt x="3400" y="85"/>
                  </a:cubicBezTo>
                  <a:moveTo>
                    <a:pt x="3400" y="0"/>
                  </a:moveTo>
                  <a:cubicBezTo>
                    <a:pt x="2491" y="1"/>
                    <a:pt x="1637" y="355"/>
                    <a:pt x="995" y="999"/>
                  </a:cubicBezTo>
                  <a:cubicBezTo>
                    <a:pt x="354" y="1642"/>
                    <a:pt x="0" y="2496"/>
                    <a:pt x="1" y="3405"/>
                  </a:cubicBezTo>
                  <a:cubicBezTo>
                    <a:pt x="3" y="5279"/>
                    <a:pt x="1529" y="6803"/>
                    <a:pt x="3403" y="6803"/>
                  </a:cubicBezTo>
                  <a:cubicBezTo>
                    <a:pt x="3406" y="6803"/>
                    <a:pt x="3406" y="6803"/>
                    <a:pt x="3406" y="6803"/>
                  </a:cubicBezTo>
                  <a:cubicBezTo>
                    <a:pt x="5281" y="6802"/>
                    <a:pt x="6806" y="5274"/>
                    <a:pt x="6804" y="3399"/>
                  </a:cubicBezTo>
                  <a:cubicBezTo>
                    <a:pt x="6803" y="1525"/>
                    <a:pt x="5277" y="0"/>
                    <a:pt x="3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Deakin University CRICOS Provider Code: 00113B</a:t>
            </a:r>
            <a:endParaRPr lang="en-GB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0A35F0C-1A2A-4382-9CE0-662C7D94B0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56825" y="4076290"/>
            <a:ext cx="3379544" cy="1575908"/>
          </a:xfrm>
          <a:prstGeom prst="wedgeRoundRectCallout">
            <a:avLst>
              <a:gd name="adj1" fmla="val 37888"/>
              <a:gd name="adj2" fmla="val 65661"/>
              <a:gd name="adj3" fmla="val 16667"/>
            </a:avLst>
          </a:prstGeom>
          <a:solidFill>
            <a:schemeClr val="accent6"/>
          </a:solidFill>
        </p:spPr>
        <p:txBody>
          <a:bodyPr/>
          <a:lstStyle>
            <a:lvl1pPr>
              <a:spcBef>
                <a:spcPts val="500"/>
              </a:spcBef>
              <a:spcAft>
                <a:spcPts val="0"/>
              </a:spcAft>
              <a:defRPr sz="1700">
                <a:solidFill>
                  <a:schemeClr val="tx1"/>
                </a:solidFill>
              </a:defRPr>
            </a:lvl1pPr>
            <a:lvl2pPr marL="180000" indent="-180000">
              <a:buSzPct val="110000"/>
              <a:buFont typeface="Arial" panose="020B0604020202020204" pitchFamily="34" charset="0"/>
              <a:buChar char="•"/>
              <a:defRPr/>
            </a:lvl2pPr>
            <a:lvl3pPr marL="180000" indent="0">
              <a:buNone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744FA5E-A949-41D0-8825-88D17F22D9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37968" y="3793252"/>
            <a:ext cx="3379544" cy="2100105"/>
          </a:xfrm>
          <a:prstGeom prst="wedgeRoundRectCallout">
            <a:avLst>
              <a:gd name="adj1" fmla="val 4736"/>
              <a:gd name="adj2" fmla="val 67336"/>
              <a:gd name="adj3" fmla="val 16667"/>
            </a:avLst>
          </a:prstGeom>
          <a:solidFill>
            <a:schemeClr val="tx1"/>
          </a:solidFill>
        </p:spPr>
        <p:txBody>
          <a:bodyPr/>
          <a:lstStyle>
            <a:lvl1pPr>
              <a:spcBef>
                <a:spcPts val="500"/>
              </a:spcBef>
              <a:spcAft>
                <a:spcPts val="0"/>
              </a:spcAft>
              <a:defRPr sz="1700">
                <a:solidFill>
                  <a:schemeClr val="bg1"/>
                </a:solidFill>
              </a:defRPr>
            </a:lvl1pPr>
            <a:lvl2pPr marL="180000" indent="-180000">
              <a:buSzPct val="11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180000" indent="0">
              <a:buNone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2FD5BAD-4E1C-4BA1-A864-AD6B442766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56825" y="1271116"/>
            <a:ext cx="3379544" cy="2131936"/>
          </a:xfrm>
          <a:prstGeom prst="wedgeRoundRectCallout">
            <a:avLst>
              <a:gd name="adj1" fmla="val 3699"/>
              <a:gd name="adj2" fmla="val 63310"/>
              <a:gd name="adj3" fmla="val 16667"/>
            </a:avLst>
          </a:prstGeom>
          <a:solidFill>
            <a:schemeClr val="tx2"/>
          </a:solidFill>
        </p:spPr>
        <p:txBody>
          <a:bodyPr/>
          <a:lstStyle>
            <a:lvl1pPr>
              <a:spcBef>
                <a:spcPts val="500"/>
              </a:spcBef>
              <a:spcAft>
                <a:spcPts val="0"/>
              </a:spcAft>
              <a:defRPr sz="1700">
                <a:solidFill>
                  <a:schemeClr val="bg1"/>
                </a:solidFill>
              </a:defRPr>
            </a:lvl1pPr>
            <a:lvl2pPr marL="180000" indent="-180000">
              <a:buSzPct val="11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180000" indent="0">
              <a:buNone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85DE56-C228-4F1A-AD46-9A998DCBDF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37968" y="1594348"/>
            <a:ext cx="3379544" cy="1485472"/>
          </a:xfrm>
          <a:prstGeom prst="wedgeRoundRectCallout">
            <a:avLst>
              <a:gd name="adj1" fmla="val 40118"/>
              <a:gd name="adj2" fmla="val 73896"/>
              <a:gd name="adj3" fmla="val 16667"/>
            </a:avLst>
          </a:prstGeom>
          <a:solidFill>
            <a:schemeClr val="accent2"/>
          </a:solidFill>
        </p:spPr>
        <p:txBody>
          <a:bodyPr/>
          <a:lstStyle>
            <a:lvl1pPr>
              <a:spcBef>
                <a:spcPts val="500"/>
              </a:spcBef>
              <a:spcAft>
                <a:spcPts val="0"/>
              </a:spcAft>
              <a:defRPr sz="1700">
                <a:solidFill>
                  <a:schemeClr val="tx1"/>
                </a:solidFill>
              </a:defRPr>
            </a:lvl1pPr>
            <a:lvl2pPr marL="180000" indent="-180000">
              <a:buSzPct val="110000"/>
              <a:buFont typeface="Arial" panose="020B0604020202020204" pitchFamily="34" charset="0"/>
              <a:buChar char="•"/>
              <a:defRPr/>
            </a:lvl2pPr>
            <a:lvl3pPr marL="180000" indent="0">
              <a:buNone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A30D1EE-4D1E-499A-A8ED-95AEBD77D5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Speech Bubbles</a:t>
            </a: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D4854C-2BD9-4013-B559-F539E6AD71E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60E969-7D4E-4B50-A5D8-6667E6F86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5AEA0E0-5CC6-4BD0-905C-A0021E41943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4427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4ED600E-90B7-4D49-803F-18C3CB208852}"/>
              </a:ext>
            </a:extLst>
          </p:cNvPr>
          <p:cNvSpPr/>
          <p:nvPr userDrawn="1"/>
        </p:nvSpPr>
        <p:spPr>
          <a:xfrm flipV="1">
            <a:off x="0" y="-1"/>
            <a:ext cx="8769311" cy="1230123"/>
          </a:xfrm>
          <a:custGeom>
            <a:avLst/>
            <a:gdLst>
              <a:gd name="connsiteX0" fmla="*/ 741970 w 8769311"/>
              <a:gd name="connsiteY0" fmla="*/ 1230123 h 1230123"/>
              <a:gd name="connsiteX1" fmla="*/ 1254832 w 8769311"/>
              <a:gd name="connsiteY1" fmla="*/ 1230123 h 1230123"/>
              <a:gd name="connsiteX2" fmla="*/ 1254832 w 8769311"/>
              <a:gd name="connsiteY2" fmla="*/ 1230122 h 1230123"/>
              <a:gd name="connsiteX3" fmla="*/ 8769275 w 8769311"/>
              <a:gd name="connsiteY3" fmla="*/ 1230122 h 1230123"/>
              <a:gd name="connsiteX4" fmla="*/ 8769311 w 8769311"/>
              <a:gd name="connsiteY4" fmla="*/ 1229400 h 1230123"/>
              <a:gd name="connsiteX5" fmla="*/ 7560373 w 8769311"/>
              <a:gd name="connsiteY5" fmla="*/ 0 h 1230123"/>
              <a:gd name="connsiteX6" fmla="*/ 3733364 w 8769311"/>
              <a:gd name="connsiteY6" fmla="*/ 0 h 1230123"/>
              <a:gd name="connsiteX7" fmla="*/ 2463698 w 8769311"/>
              <a:gd name="connsiteY7" fmla="*/ 0 h 1230123"/>
              <a:gd name="connsiteX8" fmla="*/ 0 w 8769311"/>
              <a:gd name="connsiteY8" fmla="*/ 0 h 1230123"/>
              <a:gd name="connsiteX9" fmla="*/ 0 w 8769311"/>
              <a:gd name="connsiteY9" fmla="*/ 1230122 h 1230123"/>
              <a:gd name="connsiteX10" fmla="*/ 741970 w 8769311"/>
              <a:gd name="connsiteY10" fmla="*/ 1230122 h 1230123"/>
              <a:gd name="connsiteX11" fmla="*/ 741970 w 8769311"/>
              <a:gd name="connsiteY11" fmla="*/ 1230123 h 1230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69311" h="1230123">
                <a:moveTo>
                  <a:pt x="741970" y="1230123"/>
                </a:moveTo>
                <a:lnTo>
                  <a:pt x="1254832" y="1230123"/>
                </a:lnTo>
                <a:lnTo>
                  <a:pt x="1254832" y="1230122"/>
                </a:lnTo>
                <a:lnTo>
                  <a:pt x="8769275" y="1230122"/>
                </a:lnTo>
                <a:lnTo>
                  <a:pt x="8769311" y="1229400"/>
                </a:lnTo>
                <a:cubicBezTo>
                  <a:pt x="8769311" y="550384"/>
                  <a:pt x="8227985" y="0"/>
                  <a:pt x="7560373" y="0"/>
                </a:cubicBezTo>
                <a:lnTo>
                  <a:pt x="3733364" y="0"/>
                </a:lnTo>
                <a:lnTo>
                  <a:pt x="2463698" y="0"/>
                </a:lnTo>
                <a:lnTo>
                  <a:pt x="0" y="0"/>
                </a:lnTo>
                <a:lnTo>
                  <a:pt x="0" y="1230122"/>
                </a:lnTo>
                <a:lnTo>
                  <a:pt x="741970" y="1230122"/>
                </a:lnTo>
                <a:lnTo>
                  <a:pt x="741970" y="123012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8456" y="6330733"/>
            <a:ext cx="1656000" cy="204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5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2456" y="6287423"/>
            <a:ext cx="576000" cy="2475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F5AEA0E0-5CC6-4BD0-905C-A0021E419432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0C1E104-23DB-455F-9F8B-3367332FFCD4}"/>
              </a:ext>
            </a:extLst>
          </p:cNvPr>
          <p:cNvGrpSpPr/>
          <p:nvPr userDrawn="1"/>
        </p:nvGrpSpPr>
        <p:grpSpPr>
          <a:xfrm>
            <a:off x="10928350" y="164909"/>
            <a:ext cx="1062566" cy="1065213"/>
            <a:chOff x="10928350" y="5591175"/>
            <a:chExt cx="1062566" cy="1065213"/>
          </a:xfrm>
        </p:grpSpPr>
        <p:sp>
          <p:nvSpPr>
            <p:cNvPr id="14" name="Text Placeholder 5">
              <a:extLst>
                <a:ext uri="{FF2B5EF4-FFF2-40B4-BE49-F238E27FC236}">
                  <a16:creationId xmlns:a16="http://schemas.microsoft.com/office/drawing/2014/main" id="{0148C7AF-0E90-42A6-97EB-C6DC7F7C9AE7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0928916" y="5592758"/>
              <a:ext cx="1062000" cy="1062000"/>
            </a:xfrm>
            <a:prstGeom prst="rect">
              <a:avLst/>
            </a:prstGeom>
            <a:blipFill dpi="0" rotWithShape="1">
              <a:blip r:embed="rId2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SzPct val="110000"/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Calibri" panose="020F050202020403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   </a:t>
              </a:r>
              <a:endParaRPr lang="en-AU" dirty="0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9E5D329-A4F0-4077-93A7-8FAA3ADDA5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928350" y="5591175"/>
              <a:ext cx="1062038" cy="1065213"/>
            </a:xfrm>
            <a:custGeom>
              <a:avLst/>
              <a:gdLst>
                <a:gd name="T0" fmla="*/ 3400 w 6806"/>
                <a:gd name="T1" fmla="*/ 85 h 6803"/>
                <a:gd name="T2" fmla="*/ 3400 w 6806"/>
                <a:gd name="T3" fmla="*/ 85 h 6803"/>
                <a:gd name="T4" fmla="*/ 6720 w 6806"/>
                <a:gd name="T5" fmla="*/ 3399 h 6803"/>
                <a:gd name="T6" fmla="*/ 3406 w 6806"/>
                <a:gd name="T7" fmla="*/ 6719 h 6803"/>
                <a:gd name="T8" fmla="*/ 3403 w 6806"/>
                <a:gd name="T9" fmla="*/ 6719 h 6803"/>
                <a:gd name="T10" fmla="*/ 86 w 6806"/>
                <a:gd name="T11" fmla="*/ 3405 h 6803"/>
                <a:gd name="T12" fmla="*/ 1055 w 6806"/>
                <a:gd name="T13" fmla="*/ 1058 h 6803"/>
                <a:gd name="T14" fmla="*/ 3400 w 6806"/>
                <a:gd name="T15" fmla="*/ 85 h 6803"/>
                <a:gd name="T16" fmla="*/ 3400 w 6806"/>
                <a:gd name="T17" fmla="*/ 0 h 6803"/>
                <a:gd name="T18" fmla="*/ 995 w 6806"/>
                <a:gd name="T19" fmla="*/ 999 h 6803"/>
                <a:gd name="T20" fmla="*/ 1 w 6806"/>
                <a:gd name="T21" fmla="*/ 3405 h 6803"/>
                <a:gd name="T22" fmla="*/ 3403 w 6806"/>
                <a:gd name="T23" fmla="*/ 6803 h 6803"/>
                <a:gd name="T24" fmla="*/ 3406 w 6806"/>
                <a:gd name="T25" fmla="*/ 6803 h 6803"/>
                <a:gd name="T26" fmla="*/ 6804 w 6806"/>
                <a:gd name="T27" fmla="*/ 3399 h 6803"/>
                <a:gd name="T28" fmla="*/ 3400 w 6806"/>
                <a:gd name="T29" fmla="*/ 0 h 6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06" h="6803">
                  <a:moveTo>
                    <a:pt x="3400" y="85"/>
                  </a:moveTo>
                  <a:cubicBezTo>
                    <a:pt x="3400" y="85"/>
                    <a:pt x="3400" y="85"/>
                    <a:pt x="3400" y="85"/>
                  </a:cubicBezTo>
                  <a:cubicBezTo>
                    <a:pt x="5229" y="85"/>
                    <a:pt x="6718" y="1571"/>
                    <a:pt x="6720" y="3399"/>
                  </a:cubicBezTo>
                  <a:cubicBezTo>
                    <a:pt x="6722" y="5228"/>
                    <a:pt x="5235" y="6717"/>
                    <a:pt x="3406" y="6719"/>
                  </a:cubicBezTo>
                  <a:cubicBezTo>
                    <a:pt x="3403" y="6719"/>
                    <a:pt x="3403" y="6719"/>
                    <a:pt x="3403" y="6719"/>
                  </a:cubicBezTo>
                  <a:cubicBezTo>
                    <a:pt x="1575" y="6719"/>
                    <a:pt x="87" y="5232"/>
                    <a:pt x="86" y="3405"/>
                  </a:cubicBezTo>
                  <a:cubicBezTo>
                    <a:pt x="85" y="2519"/>
                    <a:pt x="429" y="1685"/>
                    <a:pt x="1055" y="1058"/>
                  </a:cubicBezTo>
                  <a:cubicBezTo>
                    <a:pt x="1681" y="431"/>
                    <a:pt x="2514" y="85"/>
                    <a:pt x="3400" y="85"/>
                  </a:cubicBezTo>
                  <a:moveTo>
                    <a:pt x="3400" y="0"/>
                  </a:moveTo>
                  <a:cubicBezTo>
                    <a:pt x="2491" y="1"/>
                    <a:pt x="1637" y="355"/>
                    <a:pt x="995" y="999"/>
                  </a:cubicBezTo>
                  <a:cubicBezTo>
                    <a:pt x="354" y="1642"/>
                    <a:pt x="0" y="2496"/>
                    <a:pt x="1" y="3405"/>
                  </a:cubicBezTo>
                  <a:cubicBezTo>
                    <a:pt x="3" y="5279"/>
                    <a:pt x="1529" y="6803"/>
                    <a:pt x="3403" y="6803"/>
                  </a:cubicBezTo>
                  <a:cubicBezTo>
                    <a:pt x="3406" y="6803"/>
                    <a:pt x="3406" y="6803"/>
                    <a:pt x="3406" y="6803"/>
                  </a:cubicBezTo>
                  <a:cubicBezTo>
                    <a:pt x="5281" y="6802"/>
                    <a:pt x="6806" y="5274"/>
                    <a:pt x="6804" y="3399"/>
                  </a:cubicBezTo>
                  <a:cubicBezTo>
                    <a:pt x="6803" y="1525"/>
                    <a:pt x="5277" y="0"/>
                    <a:pt x="3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456" y="6538912"/>
            <a:ext cx="6624000" cy="204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5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Deakin University CRICOS Provider Code: 00113B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187" y="1759351"/>
            <a:ext cx="10193141" cy="3974265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  <a:endParaRPr lang="en-GB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2456" y="270165"/>
            <a:ext cx="8526856" cy="95995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9479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51" r:id="rId4"/>
    <p:sldLayoutId id="2147483661" r:id="rId5"/>
    <p:sldLayoutId id="2147483662" r:id="rId6"/>
    <p:sldLayoutId id="2147483663" r:id="rId7"/>
    <p:sldLayoutId id="2147483650" r:id="rId8"/>
    <p:sldLayoutId id="2147483673" r:id="rId9"/>
    <p:sldLayoutId id="2147483664" r:id="rId10"/>
    <p:sldLayoutId id="2147483671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2" r:id="rId18"/>
    <p:sldLayoutId id="2147483675" r:id="rId19"/>
    <p:sldLayoutId id="2147483676" r:id="rId20"/>
    <p:sldLayoutId id="2147483677" r:id="rId21"/>
    <p:sldLayoutId id="2147483679" r:id="rId22"/>
    <p:sldLayoutId id="2147483678" r:id="rId23"/>
    <p:sldLayoutId id="2147483674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2400"/>
        </a:spcAft>
        <a:buFont typeface="Arial" panose="020B0604020202020204" pitchFamily="34" charset="0"/>
        <a:buNone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spcAft>
          <a:spcPts val="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0000"/>
        </a:lnSpc>
        <a:spcBef>
          <a:spcPts val="500"/>
        </a:spcBef>
        <a:buSzPct val="11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0000"/>
        </a:lnSpc>
        <a:spcBef>
          <a:spcPts val="500"/>
        </a:spcBef>
        <a:buFont typeface="Calibri" panose="020F050202020403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00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jpeg"/><Relationship Id="rId7" Type="http://schemas.openxmlformats.org/officeDocument/2006/relationships/image" Target="../media/image6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11" Type="http://schemas.openxmlformats.org/officeDocument/2006/relationships/image" Target="../media/image14.png"/><Relationship Id="rId5" Type="http://schemas.openxmlformats.org/officeDocument/2006/relationships/image" Target="../media/image58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7.png"/><Relationship Id="rId7" Type="http://schemas.openxmlformats.org/officeDocument/2006/relationships/image" Target="../media/image4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20.png"/><Relationship Id="rId5" Type="http://schemas.openxmlformats.org/officeDocument/2006/relationships/image" Target="../media/image53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sunil.aryal@deakin.edu.au" TargetMode="Externa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61827517-A219-4383-93EC-2102AE035AB7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1" b="31"/>
          <a:stretch>
            <a:fillRect/>
          </a:stretch>
        </p:blipFill>
        <p:spPr>
          <a:xfrm>
            <a:off x="-24063" y="-10525"/>
            <a:ext cx="12216063" cy="6871535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BCFE23E-847A-42B6-B22C-78A2A76627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990A6E-351A-41FA-8268-48BE49A7A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AU"/>
              <a:t>Deakin University CRICOS Provider Code: 00113B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F96FB4-1AE3-4506-919C-8D4E19495C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34466" y="3405666"/>
            <a:ext cx="9146871" cy="3129315"/>
          </a:xfrm>
        </p:spPr>
        <p:txBody>
          <a:bodyPr/>
          <a:lstStyle/>
          <a:p>
            <a:pPr algn="ctr"/>
            <a:r>
              <a:rPr lang="en-AU" sz="2400" b="1" dirty="0"/>
              <a:t>Vinayaka Vivekananda Malgi*, </a:t>
            </a:r>
            <a:r>
              <a:rPr lang="en-AU" sz="2400" b="1" u="sng" dirty="0"/>
              <a:t>Sunil Aryal</a:t>
            </a:r>
            <a:r>
              <a:rPr lang="en-AU" sz="2400" b="1" dirty="0"/>
              <a:t>*, Zafaryab Rasool, David Tay</a:t>
            </a:r>
          </a:p>
          <a:p>
            <a:pPr algn="ctr"/>
            <a:r>
              <a:rPr lang="en-AU" sz="2400" dirty="0"/>
              <a:t>School of Information Technology</a:t>
            </a:r>
          </a:p>
          <a:p>
            <a:pPr algn="ctr"/>
            <a:r>
              <a:rPr lang="en-AU" sz="2400" dirty="0"/>
              <a:t>Deakin University, Australia</a:t>
            </a:r>
          </a:p>
          <a:p>
            <a:pPr algn="ctr"/>
            <a:r>
              <a:rPr lang="en-AU" sz="2400" dirty="0"/>
              <a:t>sunil.aryal@deakin.edu.au</a:t>
            </a:r>
          </a:p>
          <a:p>
            <a:endParaRPr lang="en-AU" sz="2400" dirty="0"/>
          </a:p>
          <a:p>
            <a:pPr algn="r"/>
            <a:r>
              <a:rPr lang="en-AU" sz="2000" dirty="0"/>
              <a:t>*Contributed equally</a:t>
            </a:r>
          </a:p>
          <a:p>
            <a:pPr algn="ctr"/>
            <a:endParaRPr lang="en-AU" sz="2400" b="1" dirty="0"/>
          </a:p>
          <a:p>
            <a:pPr algn="ctr"/>
            <a:r>
              <a:rPr lang="en-AU" sz="2400" b="1" dirty="0"/>
              <a:t>26 May 2023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441D52B-15B4-4AC1-9D2C-8B6578BA7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044" y="627814"/>
            <a:ext cx="10409099" cy="2039907"/>
          </a:xfrm>
        </p:spPr>
        <p:txBody>
          <a:bodyPr anchor="ctr"/>
          <a:lstStyle/>
          <a:p>
            <a:pPr algn="ctr"/>
            <a:r>
              <a:rPr lang="en-AU" sz="4400" b="1" dirty="0"/>
              <a:t>Data-dependent and Scale-invariant Kernel for Support Vector Machine Classification </a:t>
            </a:r>
            <a:endParaRPr lang="en-AU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457907-D181-4ADD-A027-C3D6B93535C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5AEA0E0-5CC6-4BD0-905C-A0021E419432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633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96FCC83C-9213-19C9-7F58-A38B28326EF5}"/>
              </a:ext>
            </a:extLst>
          </p:cNvPr>
          <p:cNvGrpSpPr/>
          <p:nvPr/>
        </p:nvGrpSpPr>
        <p:grpSpPr>
          <a:xfrm>
            <a:off x="2194797" y="4759553"/>
            <a:ext cx="2645532" cy="2369383"/>
            <a:chOff x="2054578" y="4569655"/>
            <a:chExt cx="2775555" cy="2173505"/>
          </a:xfrm>
        </p:grpSpPr>
        <p:pic>
          <p:nvPicPr>
            <p:cNvPr id="2054" name="Picture 6" descr="SVM: Difference between Linear and Non-Linear Models - AITUDE">
              <a:extLst>
                <a:ext uri="{FF2B5EF4-FFF2-40B4-BE49-F238E27FC236}">
                  <a16:creationId xmlns:a16="http://schemas.microsoft.com/office/drawing/2014/main" id="{0A827BA0-4F0D-31A4-BD36-A796487054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4578" y="4569655"/>
              <a:ext cx="2775555" cy="21735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7398E1C-D75F-4CCA-DB19-5F80E750B2DF}"/>
                </a:ext>
              </a:extLst>
            </p:cNvPr>
            <p:cNvSpPr/>
            <p:nvPr/>
          </p:nvSpPr>
          <p:spPr>
            <a:xfrm rot="18924687">
              <a:off x="2693113" y="5305071"/>
              <a:ext cx="1266883" cy="712493"/>
            </a:xfrm>
            <a:prstGeom prst="ellipse">
              <a:avLst/>
            </a:prstGeom>
            <a:noFill/>
            <a:ln w="254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C58C0D-67D5-4807-9051-DB0EE3BF3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Deakin University CRICOS Provider Code: 00113B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D555E42-D37A-4965-BB9E-7C966EA88BBF}"/>
                  </a:ext>
                </a:extLst>
              </p:cNvPr>
              <p:cNvSpPr>
                <a:spLocks noGrp="1"/>
              </p:cNvSpPr>
              <p:nvPr>
                <p:ph sz="quarter" idx="12"/>
              </p:nvPr>
            </p:nvSpPr>
            <p:spPr>
              <a:xfrm>
                <a:off x="211405" y="1397535"/>
                <a:ext cx="7239262" cy="5139411"/>
              </a:xfrm>
            </p:spPr>
            <p:txBody>
              <a:bodyPr/>
              <a:lstStyle/>
              <a:p>
                <a:pPr marL="342900" lvl="1" indent="-342900">
                  <a:spcBef>
                    <a:spcPts val="600"/>
                  </a:spcBef>
                  <a:spcAft>
                    <a:spcPts val="600"/>
                  </a:spcAft>
                  <a:buSzPct val="75000"/>
                  <a:buFont typeface="Wingdings" panose="05000000000000000000" pitchFamily="2" charset="2"/>
                  <a:buChar char="q"/>
                </a:pPr>
                <a:r>
                  <a:rPr lang="en-AU" sz="2400" dirty="0"/>
                  <a:t>Finds optimal hyperplane with maximum margin separating two classes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  <a:buSzPct val="75000"/>
                </a:pPr>
                <a:r>
                  <a:rPr lang="en-AU" sz="2000" dirty="0"/>
                  <a:t>      – distance between the nearest data points of the two classes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  <a:buSzPct val="75000"/>
                </a:pPr>
                <a:r>
                  <a:rPr lang="en-AU" sz="2000" dirty="0"/>
                  <a:t>      –</a:t>
                </a:r>
                <a:r>
                  <a:rPr lang="en-US" sz="2000" dirty="0"/>
                  <a:t> uses dot product of data points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AU" sz="2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en-US" sz="2000" dirty="0"/>
                  <a:t> to find the hyperplane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600"/>
                  </a:spcAft>
                  <a:buSzPct val="75000"/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Determined by just a few points close to the class boundaries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400" dirty="0"/>
                  <a:t>     - </a:t>
                </a:r>
                <a:r>
                  <a:rPr lang="en-US" sz="2000" dirty="0"/>
                  <a:t>called “</a:t>
                </a:r>
                <a:r>
                  <a:rPr lang="en-US" sz="2000" b="1" dirty="0"/>
                  <a:t>Support Vectors</a:t>
                </a:r>
                <a:r>
                  <a:rPr lang="en-US" sz="2000" dirty="0"/>
                  <a:t>”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600"/>
                  </a:spcAft>
                  <a:buSzPct val="75000"/>
                  <a:buFont typeface="Wingdings" panose="05000000000000000000" pitchFamily="2" charset="2"/>
                  <a:buChar char="q"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What if data are not linearly separable in the input space?</a:t>
                </a:r>
              </a:p>
              <a:p>
                <a:pPr marL="285750" lvl="1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D555E42-D37A-4965-BB9E-7C966EA88B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xfrm>
                <a:off x="211405" y="1397535"/>
                <a:ext cx="7239262" cy="5139411"/>
              </a:xfrm>
              <a:blipFill>
                <a:blip r:embed="rId4"/>
                <a:stretch>
                  <a:fillRect l="-590" t="-94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6BC2ECB7-1082-4F87-AE73-F07EDD3BA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05" y="265591"/>
            <a:ext cx="7961751" cy="710909"/>
          </a:xfrm>
        </p:spPr>
        <p:txBody>
          <a:bodyPr anchor="ctr"/>
          <a:lstStyle/>
          <a:p>
            <a:r>
              <a:rPr lang="en-AU" sz="3600" dirty="0"/>
              <a:t>Support Vector Machine (SVM) Classifier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ED31F7-B790-4DC8-9B08-E005AB0B03E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5AEA0E0-5CC6-4BD0-905C-A0021E419432}" type="slidenum">
              <a:rPr lang="en-GB" smtClean="0"/>
              <a:pPr/>
              <a:t>2</a:t>
            </a:fld>
            <a:endParaRPr lang="en-GB" dirty="0"/>
          </a:p>
        </p:txBody>
      </p:sp>
      <p:pic>
        <p:nvPicPr>
          <p:cNvPr id="2050" name="Picture 2" descr="Support vector machine - Wikipedia">
            <a:extLst>
              <a:ext uri="{FF2B5EF4-FFF2-40B4-BE49-F238E27FC236}">
                <a16:creationId xmlns:a16="http://schemas.microsoft.com/office/drawing/2014/main" id="{7F27E66C-D363-0F10-DAEC-5E8D84DFA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2017" y="1395569"/>
            <a:ext cx="4709364" cy="458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E6541F75-B47C-FDDD-98F6-31CE4B439838}"/>
              </a:ext>
            </a:extLst>
          </p:cNvPr>
          <p:cNvGrpSpPr/>
          <p:nvPr/>
        </p:nvGrpSpPr>
        <p:grpSpPr>
          <a:xfrm>
            <a:off x="8884356" y="3139072"/>
            <a:ext cx="1998133" cy="3293214"/>
            <a:chOff x="8884356" y="3139072"/>
            <a:chExt cx="1998133" cy="329321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3C6B493-7858-2004-7C41-82569ED5D993}"/>
                </a:ext>
              </a:extLst>
            </p:cNvPr>
            <p:cNvSpPr txBox="1"/>
            <p:nvPr/>
          </p:nvSpPr>
          <p:spPr>
            <a:xfrm>
              <a:off x="9110134" y="6062954"/>
              <a:ext cx="17723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1" dirty="0"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Support Vectors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AA677CB-2E95-5603-4BF1-A008CAAD52A4}"/>
                </a:ext>
              </a:extLst>
            </p:cNvPr>
            <p:cNvCxnSpPr>
              <a:stCxn id="5" idx="0"/>
            </p:cNvCxnSpPr>
            <p:nvPr/>
          </p:nvCxnSpPr>
          <p:spPr>
            <a:xfrm flipH="1" flipV="1">
              <a:off x="8884356" y="3861561"/>
              <a:ext cx="1111956" cy="2201393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005E003-9854-2946-D3EC-E727657A413D}"/>
                </a:ext>
              </a:extLst>
            </p:cNvPr>
            <p:cNvCxnSpPr>
              <a:cxnSpLocks/>
              <a:stCxn id="5" idx="0"/>
            </p:cNvCxnSpPr>
            <p:nvPr/>
          </p:nvCxnSpPr>
          <p:spPr>
            <a:xfrm flipH="1" flipV="1">
              <a:off x="9539112" y="3139072"/>
              <a:ext cx="457200" cy="2923882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E005FBC-BDD9-5B12-E0EB-DEAD9209E552}"/>
                </a:ext>
              </a:extLst>
            </p:cNvPr>
            <p:cNvCxnSpPr>
              <a:cxnSpLocks/>
              <a:stCxn id="5" idx="0"/>
            </p:cNvCxnSpPr>
            <p:nvPr/>
          </p:nvCxnSpPr>
          <p:spPr>
            <a:xfrm flipV="1">
              <a:off x="9996312" y="4165600"/>
              <a:ext cx="141110" cy="1897354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4486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44D2B1FF-93B2-5390-7B65-4CC33BF17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023" y="3493911"/>
            <a:ext cx="5992584" cy="3355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C58C0D-67D5-4807-9051-DB0EE3BF3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Deakin University CRICOS Provider Code: 00113B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BC2ECB7-1082-4F87-AE73-F07EDD3BA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56" y="228862"/>
            <a:ext cx="7987144" cy="710909"/>
          </a:xfrm>
        </p:spPr>
        <p:txBody>
          <a:bodyPr anchor="ctr"/>
          <a:lstStyle/>
          <a:p>
            <a:r>
              <a:rPr lang="en-AU" sz="3600" dirty="0"/>
              <a:t>Kernel Trick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ED31F7-B790-4DC8-9B08-E005AB0B03E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5AEA0E0-5CC6-4BD0-905C-A0021E419432}" type="slidenum">
              <a:rPr lang="en-GB" smtClean="0"/>
              <a:pPr/>
              <a:t>3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3">
                <a:extLst>
                  <a:ext uri="{FF2B5EF4-FFF2-40B4-BE49-F238E27FC236}">
                    <a16:creationId xmlns:a16="http://schemas.microsoft.com/office/drawing/2014/main" id="{BD555E42-D37A-4965-BB9E-7C966EA88BBF}"/>
                  </a:ext>
                </a:extLst>
              </p:cNvPr>
              <p:cNvSpPr>
                <a:spLocks noGrp="1"/>
              </p:cNvSpPr>
              <p:nvPr>
                <p:ph sz="quarter" idx="12"/>
              </p:nvPr>
            </p:nvSpPr>
            <p:spPr>
              <a:xfrm>
                <a:off x="333895" y="1400307"/>
                <a:ext cx="11278985" cy="4627959"/>
              </a:xfrm>
            </p:spPr>
            <p:txBody>
              <a:bodyPr/>
              <a:lstStyle/>
              <a:p>
                <a:pPr marL="342900" lvl="1" indent="-342900">
                  <a:spcBef>
                    <a:spcPts val="600"/>
                  </a:spcBef>
                  <a:spcAft>
                    <a:spcPts val="600"/>
                  </a:spcAft>
                  <a:buSzPct val="75000"/>
                  <a:buFont typeface="Wingdings" panose="05000000000000000000" pitchFamily="2" charset="2"/>
                  <a:buChar char="q"/>
                </a:pPr>
                <a:r>
                  <a:rPr lang="en-AU" sz="2400" dirty="0"/>
                  <a:t>Linear separation can be achieved by projecting data in </a:t>
                </a:r>
                <a:r>
                  <a:rPr lang="en-AU" sz="2400" b="1" u="sng" dirty="0"/>
                  <a:t>input space</a:t>
                </a:r>
                <a:r>
                  <a:rPr lang="en-AU" sz="2400" u="sng" dirty="0"/>
                  <a:t> </a:t>
                </a:r>
                <a:r>
                  <a:rPr lang="en-AU" sz="2400" dirty="0"/>
                  <a:t>into some higher dimensional </a:t>
                </a:r>
                <a:r>
                  <a:rPr lang="en-AU" sz="2400" b="1" u="sng" dirty="0"/>
                  <a:t>feature space</a:t>
                </a:r>
                <a:r>
                  <a:rPr lang="en-AU" sz="2400" dirty="0"/>
                  <a:t>.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600"/>
                  </a:spcAft>
                  <a:buSzPct val="75000"/>
                  <a:buFont typeface="Wingdings" panose="05000000000000000000" pitchFamily="2" charset="2"/>
                  <a:buChar char="q"/>
                </a:pPr>
                <a:r>
                  <a:rPr lang="en-AU" sz="2400" dirty="0"/>
                  <a:t>Let, </a:t>
                </a:r>
                <a14:m>
                  <m:oMath xmlns:m="http://schemas.openxmlformats.org/officeDocument/2006/math">
                    <m:r>
                      <a:rPr lang="en-AU" sz="2400" b="1" i="1">
                        <a:latin typeface="Cambria Math" panose="02040503050406030204" pitchFamily="18" charset="0"/>
                      </a:rPr>
                      <m:t>𝛟</m:t>
                    </m:r>
                    <m:r>
                      <a:rPr lang="en-AU" sz="2400" b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AU" sz="2400" b="1" i="1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AU" sz="2400" b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AU" sz="2400" b="1" i="1">
                        <a:latin typeface="Cambria Math" panose="02040503050406030204" pitchFamily="18" charset="0"/>
                      </a:rPr>
                      <m:t>𝐅</m:t>
                    </m:r>
                  </m:oMath>
                </a14:m>
                <a:r>
                  <a:rPr lang="en-AU" sz="2400" b="1" dirty="0"/>
                  <a:t> </a:t>
                </a:r>
                <a:r>
                  <a:rPr lang="en-AU" sz="2400" dirty="0"/>
                  <a:t>be a mapping from input space </a:t>
                </a:r>
                <a14:m>
                  <m:oMath xmlns:m="http://schemas.openxmlformats.org/officeDocument/2006/math">
                    <m:r>
                      <a:rPr lang="en-AU" sz="240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AU" sz="2400" dirty="0"/>
                  <a:t> to feature space </a:t>
                </a:r>
                <a14:m>
                  <m:oMath xmlns:m="http://schemas.openxmlformats.org/officeDocument/2006/math">
                    <m:r>
                      <a:rPr lang="en-AU" sz="2400"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AU" sz="2400" dirty="0"/>
                  <a:t>.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600"/>
                  </a:spcAft>
                  <a:buSzPct val="75000"/>
                  <a:buFont typeface="Wingdings" panose="05000000000000000000" pitchFamily="2" charset="2"/>
                  <a:buChar char="q"/>
                </a:pPr>
                <a:r>
                  <a:rPr lang="en-AU" sz="2400" dirty="0"/>
                  <a:t>Don’t need to know this mapping </a:t>
                </a:r>
                <a14:m>
                  <m:oMath xmlns:m="http://schemas.openxmlformats.org/officeDocument/2006/math">
                    <m:r>
                      <a:rPr lang="en-AU" sz="2400" smtClean="0">
                        <a:latin typeface="Cambria Math" panose="02040503050406030204" pitchFamily="18" charset="0"/>
                      </a:rPr>
                      <m:t>𝝓</m:t>
                    </m:r>
                  </m:oMath>
                </a14:m>
                <a:r>
                  <a:rPr lang="en-AU" sz="2400" dirty="0"/>
                  <a:t> explicitly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  <a:buSzPct val="75000"/>
                </a:pPr>
                <a:r>
                  <a:rPr lang="en-US" sz="2400" dirty="0"/>
                  <a:t>      </a:t>
                </a:r>
                <a:r>
                  <a:rPr lang="en-AU" sz="2400" dirty="0"/>
                  <a:t>–</a:t>
                </a:r>
                <a:r>
                  <a:rPr lang="en-US" sz="2400" dirty="0"/>
                  <a:t> there exists a function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𝝓</m:t>
                        </m:r>
                        <m:d>
                          <m:d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sz="2400" b="1" i="1">
                            <a:latin typeface="Cambria Math" panose="02040503050406030204" pitchFamily="18" charset="0"/>
                          </a:rPr>
                          <m:t>𝝓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AU" sz="2400" dirty="0"/>
              </a:p>
              <a:p>
                <a:pPr marL="342900" lvl="1" indent="-342900">
                  <a:spcBef>
                    <a:spcPts val="600"/>
                  </a:spcBef>
                  <a:spcAft>
                    <a:spcPts val="600"/>
                  </a:spcAft>
                  <a:buSzPct val="75000"/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en-AU" sz="2400" dirty="0"/>
                  <a:t> is called a </a:t>
                </a:r>
                <a:r>
                  <a:rPr lang="en-AU" sz="2400" b="1" dirty="0"/>
                  <a:t>kernel function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  <a:buSzPct val="75000"/>
                </a:pPr>
                <a:r>
                  <a:rPr lang="en-AU" sz="2400" dirty="0"/>
                  <a:t>      – it is a measure of similarity of similarity of </a:t>
                </a:r>
                <a14:m>
                  <m:oMath xmlns:m="http://schemas.openxmlformats.org/officeDocument/2006/math"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AU" sz="2400" b="1" dirty="0"/>
                  <a:t> </a:t>
                </a:r>
                <a:r>
                  <a:rPr lang="en-AU" sz="2400" dirty="0"/>
                  <a:t>and </a:t>
                </a:r>
                <a14:m>
                  <m:oMath xmlns:m="http://schemas.openxmlformats.org/officeDocument/2006/math"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AU" sz="2400" b="1" dirty="0"/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  <a:buSzPct val="75000"/>
                </a:pPr>
                <a:r>
                  <a:rPr lang="en-AU" sz="2400" dirty="0"/>
                  <a:t>      – it must be positive semidefinite </a:t>
                </a:r>
              </a:p>
              <a:p>
                <a:pPr lvl="6" indent="361950">
                  <a:spcBef>
                    <a:spcPts val="600"/>
                  </a:spcBef>
                  <a:buSzPct val="75000"/>
                </a:pPr>
                <a:r>
                  <a:rPr lang="en-AU" sz="2400" dirty="0"/>
                  <a:t>E.g. </a:t>
                </a:r>
                <a:r>
                  <a:rPr lang="en-AU" sz="2400" dirty="0">
                    <a:solidFill>
                      <a:srgbClr val="FF0000"/>
                    </a:solidFill>
                  </a:rPr>
                  <a:t>Radial Basis Kernel (RBK)</a:t>
                </a:r>
              </a:p>
              <a:p>
                <a:pPr lvl="6" indent="361950">
                  <a:spcBef>
                    <a:spcPts val="0"/>
                  </a:spcBef>
                  <a:spcAft>
                    <a:spcPts val="600"/>
                  </a:spcAft>
                  <a:buSzPct val="75000"/>
                </a:pP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𝑒𝑥𝑝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𝛾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/>
                  <a:t> 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  <a:buSzPct val="75000"/>
                </a:pPr>
                <a:endParaRPr lang="en-AU" sz="2400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</p:txBody>
          </p:sp>
        </mc:Choice>
        <mc:Fallback xmlns="">
          <p:sp>
            <p:nvSpPr>
              <p:cNvPr id="8" name="Content Placeholder 3">
                <a:extLst>
                  <a:ext uri="{FF2B5EF4-FFF2-40B4-BE49-F238E27FC236}">
                    <a16:creationId xmlns:a16="http://schemas.microsoft.com/office/drawing/2014/main" id="{BD555E42-D37A-4965-BB9E-7C966EA88B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xfrm>
                <a:off x="333895" y="1400307"/>
                <a:ext cx="11278985" cy="4627959"/>
              </a:xfrm>
              <a:blipFill>
                <a:blip r:embed="rId4"/>
                <a:stretch>
                  <a:fillRect l="-378" t="-1054" b="-56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4355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F14BFF8A-F201-8A5C-35AE-CD80D9AC38FD}"/>
              </a:ext>
            </a:extLst>
          </p:cNvPr>
          <p:cNvGrpSpPr/>
          <p:nvPr/>
        </p:nvGrpSpPr>
        <p:grpSpPr>
          <a:xfrm>
            <a:off x="10820939" y="2977875"/>
            <a:ext cx="1275644" cy="1307575"/>
            <a:chOff x="4968044" y="3025310"/>
            <a:chExt cx="3653297" cy="3254320"/>
          </a:xfrm>
        </p:grpSpPr>
        <p:pic>
          <p:nvPicPr>
            <p:cNvPr id="46" name="Picture 2" descr="http://blog.usapears.org/wp-content/uploads/2012/03/Ten-Varieties-of-USA-Pears.jpg">
              <a:extLst>
                <a:ext uri="{FF2B5EF4-FFF2-40B4-BE49-F238E27FC236}">
                  <a16:creationId xmlns:a16="http://schemas.microsoft.com/office/drawing/2014/main" id="{6916C16E-A13A-93B7-848B-E3F6D9491E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8044" y="3356992"/>
              <a:ext cx="3653297" cy="2922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3">
              <a:extLst>
                <a:ext uri="{FF2B5EF4-FFF2-40B4-BE49-F238E27FC236}">
                  <a16:creationId xmlns:a16="http://schemas.microsoft.com/office/drawing/2014/main" id="{9AAF8EF1-E55E-5D62-0C5E-070988B020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0172" y="3025310"/>
              <a:ext cx="1116124" cy="943750"/>
            </a:xfrm>
            <a:prstGeom prst="rect">
              <a:avLst/>
            </a:prstGeom>
            <a:noFill/>
            <a:ln w="3175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C58C0D-67D5-4807-9051-DB0EE3BF3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Deakin University CRICOS Provider Code: 00113B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555E42-D37A-4965-BB9E-7C966EA88BB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1714" y="1249791"/>
            <a:ext cx="11659041" cy="4665252"/>
          </a:xfrm>
        </p:spPr>
        <p:txBody>
          <a:bodyPr/>
          <a:lstStyle/>
          <a:p>
            <a:pPr marL="536575" lvl="1" indent="-449263">
              <a:spcBef>
                <a:spcPts val="600"/>
              </a:spcBef>
              <a:spcAft>
                <a:spcPts val="600"/>
              </a:spcAft>
              <a:buSzPct val="75000"/>
              <a:buFont typeface="Wingdings" panose="05000000000000000000" pitchFamily="2" charset="2"/>
              <a:buChar char="q"/>
            </a:pPr>
            <a:r>
              <a:rPr lang="en-AU" sz="2400" dirty="0"/>
              <a:t>Uses spatial distance between data points in the input space to compute their similarity</a:t>
            </a:r>
          </a:p>
          <a:p>
            <a:pPr marL="536575" lvl="1" indent="-449263">
              <a:spcBef>
                <a:spcPts val="600"/>
              </a:spcBef>
              <a:spcAft>
                <a:spcPts val="600"/>
              </a:spcAft>
              <a:buSzPct val="75000"/>
              <a:buFont typeface="Wingdings" panose="05000000000000000000" pitchFamily="2" charset="2"/>
              <a:buChar char="q"/>
            </a:pPr>
            <a:r>
              <a:rPr lang="en-AU" sz="2400" dirty="0"/>
              <a:t>Issues of distance-based notion of similarity</a:t>
            </a:r>
          </a:p>
          <a:p>
            <a:pPr marL="446088" lvl="3" indent="0">
              <a:spcBef>
                <a:spcPts val="600"/>
              </a:spcBef>
              <a:spcAft>
                <a:spcPts val="600"/>
              </a:spcAft>
              <a:buSzPct val="75000"/>
              <a:buNone/>
            </a:pPr>
            <a:r>
              <a:rPr lang="en-AU" sz="2400" b="1" dirty="0"/>
              <a:t>1. Data-independent</a:t>
            </a:r>
          </a:p>
          <a:p>
            <a:pPr marL="86088" lvl="1">
              <a:spcBef>
                <a:spcPts val="600"/>
              </a:spcBef>
              <a:spcAft>
                <a:spcPts val="600"/>
              </a:spcAft>
              <a:buSzPct val="75000"/>
            </a:pPr>
            <a:r>
              <a:rPr lang="en-AU" sz="2000" dirty="0"/>
              <a:t>           - similarity of two points is independent of data distribution</a:t>
            </a:r>
          </a:p>
          <a:p>
            <a:pPr marL="86088" lvl="1">
              <a:spcBef>
                <a:spcPts val="600"/>
              </a:spcBef>
              <a:spcAft>
                <a:spcPts val="600"/>
              </a:spcAft>
              <a:buSzPct val="75000"/>
            </a:pPr>
            <a:r>
              <a:rPr lang="en-AU" sz="2000" dirty="0"/>
              <a:t>           - psychologists argue that the human judged similarity of two objects is </a:t>
            </a:r>
          </a:p>
          <a:p>
            <a:pPr marL="86088" lvl="1">
              <a:spcBef>
                <a:spcPts val="600"/>
              </a:spcBef>
              <a:spcAft>
                <a:spcPts val="600"/>
              </a:spcAft>
              <a:buSzPct val="75000"/>
            </a:pPr>
            <a:r>
              <a:rPr lang="en-AU" sz="2000" dirty="0"/>
              <a:t>              influenced by the distribution of other objects </a:t>
            </a:r>
          </a:p>
          <a:p>
            <a:pPr marL="86088" lvl="1">
              <a:spcBef>
                <a:spcPts val="600"/>
              </a:spcBef>
              <a:spcAft>
                <a:spcPts val="600"/>
              </a:spcAft>
              <a:buSzPct val="75000"/>
              <a:tabLst>
                <a:tab pos="444500" algn="l"/>
              </a:tabLst>
            </a:pPr>
            <a:r>
              <a:rPr lang="en-AU" sz="1400" i="1" dirty="0">
                <a:solidFill>
                  <a:srgbClr val="FF0000"/>
                </a:solidFill>
              </a:rPr>
              <a:t>	       </a:t>
            </a:r>
            <a:r>
              <a:rPr lang="en-AU" sz="1400" i="1" dirty="0"/>
              <a:t>-</a:t>
            </a:r>
            <a:r>
              <a:rPr lang="en-AU" sz="1400" i="1" dirty="0">
                <a:solidFill>
                  <a:srgbClr val="FF0000"/>
                </a:solidFill>
              </a:rPr>
              <a:t> </a:t>
            </a:r>
            <a:r>
              <a:rPr lang="en-AU" sz="2000" dirty="0"/>
              <a:t>Two objects in a denser region are less similar than two objects with the same distance in sparse region</a:t>
            </a:r>
            <a:endParaRPr lang="en-AU" sz="2400" dirty="0"/>
          </a:p>
          <a:p>
            <a:pPr marL="446088" lvl="3" indent="0">
              <a:spcBef>
                <a:spcPts val="600"/>
              </a:spcBef>
              <a:spcAft>
                <a:spcPts val="600"/>
              </a:spcAft>
              <a:buSzPct val="75000"/>
              <a:buNone/>
            </a:pPr>
            <a:r>
              <a:rPr lang="en-AU" sz="2400" b="1" dirty="0"/>
              <a:t>2. Sensitive to data representation</a:t>
            </a:r>
          </a:p>
          <a:p>
            <a:pPr marL="86088" lvl="1">
              <a:spcBef>
                <a:spcPts val="600"/>
              </a:spcBef>
              <a:spcAft>
                <a:spcPts val="600"/>
              </a:spcAft>
              <a:buSzPct val="75000"/>
            </a:pPr>
            <a:r>
              <a:rPr lang="en-AU" sz="2000" dirty="0"/>
              <a:t>           - unit distance has the same meaning everywhere in the space, it may not be true if data are given in      	different representations (units/scales)</a:t>
            </a:r>
          </a:p>
          <a:p>
            <a:pPr marL="536575" lvl="1" indent="-449263">
              <a:spcBef>
                <a:spcPts val="600"/>
              </a:spcBef>
              <a:spcAft>
                <a:spcPts val="600"/>
              </a:spcAft>
              <a:buSzPct val="75000"/>
              <a:buFont typeface="Wingdings" panose="05000000000000000000" pitchFamily="2" charset="2"/>
              <a:buChar char="q"/>
            </a:pPr>
            <a:endParaRPr lang="en-AU" sz="2000" dirty="0"/>
          </a:p>
          <a:p>
            <a:pPr marL="903288" lvl="1" indent="-190500">
              <a:spcBef>
                <a:spcPts val="60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Char char="•"/>
              <a:tabLst>
                <a:tab pos="985838" algn="l"/>
                <a:tab pos="1081088" algn="l"/>
                <a:tab pos="1436688" algn="l"/>
              </a:tabLst>
            </a:pPr>
            <a:endParaRPr lang="en-AU" sz="20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BC2ECB7-1082-4F87-AE73-F07EDD3BA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05" y="265591"/>
            <a:ext cx="7623123" cy="710909"/>
          </a:xfrm>
        </p:spPr>
        <p:txBody>
          <a:bodyPr anchor="ctr"/>
          <a:lstStyle/>
          <a:p>
            <a:r>
              <a:rPr lang="en-AU" sz="3600" dirty="0"/>
              <a:t>Existing Kernel Functions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ED31F7-B790-4DC8-9B08-E005AB0B03E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5AEA0E0-5CC6-4BD0-905C-A0021E419432}" type="slidenum">
              <a:rPr lang="en-GB" smtClean="0"/>
              <a:pPr/>
              <a:t>4</a:t>
            </a:fld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437D618-BCE3-0D3F-77DC-3F4638E7CF34}"/>
              </a:ext>
            </a:extLst>
          </p:cNvPr>
          <p:cNvGrpSpPr/>
          <p:nvPr/>
        </p:nvGrpSpPr>
        <p:grpSpPr>
          <a:xfrm>
            <a:off x="9426223" y="1697716"/>
            <a:ext cx="1176715" cy="1100127"/>
            <a:chOff x="2591762" y="4751820"/>
            <a:chExt cx="1449358" cy="134131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92F83E8-3D33-4C88-4FB3-2912BE5A3265}"/>
                </a:ext>
              </a:extLst>
            </p:cNvPr>
            <p:cNvGrpSpPr/>
            <p:nvPr/>
          </p:nvGrpSpPr>
          <p:grpSpPr>
            <a:xfrm>
              <a:off x="2591762" y="4810936"/>
              <a:ext cx="1449358" cy="1282198"/>
              <a:chOff x="8494296" y="1455821"/>
              <a:chExt cx="2839453" cy="243605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E0C4EAB-9ECF-0D2C-F883-0120982E0A9E}"/>
                  </a:ext>
                </a:extLst>
              </p:cNvPr>
              <p:cNvSpPr/>
              <p:nvPr/>
            </p:nvSpPr>
            <p:spPr>
              <a:xfrm>
                <a:off x="8494296" y="1455821"/>
                <a:ext cx="2839453" cy="243605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46D824C-B455-C6B9-E041-75C56C586ADC}"/>
                  </a:ext>
                </a:extLst>
              </p:cNvPr>
              <p:cNvSpPr/>
              <p:nvPr/>
            </p:nvSpPr>
            <p:spPr>
              <a:xfrm>
                <a:off x="9064411" y="3005895"/>
                <a:ext cx="120316" cy="12520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597DCEC2-24C5-F4C1-A196-23CD0AA65803}"/>
                  </a:ext>
                </a:extLst>
              </p:cNvPr>
              <p:cNvSpPr/>
              <p:nvPr/>
            </p:nvSpPr>
            <p:spPr>
              <a:xfrm>
                <a:off x="9609228" y="1795835"/>
                <a:ext cx="120316" cy="12520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5414FB8-31A2-7625-859C-7A489742A292}"/>
                  </a:ext>
                </a:extLst>
              </p:cNvPr>
              <p:cNvSpPr/>
              <p:nvPr/>
            </p:nvSpPr>
            <p:spPr>
              <a:xfrm>
                <a:off x="8669601" y="3136698"/>
                <a:ext cx="120316" cy="12520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08C6D241-32BE-CCCA-1B40-6DCA8A93BFBF}"/>
                  </a:ext>
                </a:extLst>
              </p:cNvPr>
              <p:cNvSpPr/>
              <p:nvPr/>
            </p:nvSpPr>
            <p:spPr>
              <a:xfrm>
                <a:off x="9147273" y="3258457"/>
                <a:ext cx="120316" cy="12520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53BC1C0F-D14C-9356-5538-E6DE1F6CF050}"/>
                  </a:ext>
                </a:extLst>
              </p:cNvPr>
              <p:cNvSpPr/>
              <p:nvPr/>
            </p:nvSpPr>
            <p:spPr>
              <a:xfrm>
                <a:off x="8782561" y="3472141"/>
                <a:ext cx="120316" cy="12520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B353A920-7258-5918-A366-A91363B99823}"/>
                  </a:ext>
                </a:extLst>
              </p:cNvPr>
              <p:cNvSpPr/>
              <p:nvPr/>
            </p:nvSpPr>
            <p:spPr>
              <a:xfrm>
                <a:off x="9003536" y="3426323"/>
                <a:ext cx="120317" cy="12520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D1FA4F2C-A679-B8E0-EB31-FF5B2C2B64F4}"/>
                  </a:ext>
                </a:extLst>
              </p:cNvPr>
              <p:cNvSpPr/>
              <p:nvPr/>
            </p:nvSpPr>
            <p:spPr>
              <a:xfrm>
                <a:off x="8920837" y="3240710"/>
                <a:ext cx="120316" cy="12520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2A37968D-8394-D1DD-BD16-37F310169C9A}"/>
                  </a:ext>
                </a:extLst>
              </p:cNvPr>
              <p:cNvSpPr/>
              <p:nvPr/>
            </p:nvSpPr>
            <p:spPr>
              <a:xfrm>
                <a:off x="8976202" y="3637066"/>
                <a:ext cx="120317" cy="12520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9ACCF50-07C6-A5E0-1A2D-D974511CFF9F}"/>
                  </a:ext>
                </a:extLst>
              </p:cNvPr>
              <p:cNvSpPr/>
              <p:nvPr/>
            </p:nvSpPr>
            <p:spPr>
              <a:xfrm>
                <a:off x="8780576" y="2913990"/>
                <a:ext cx="120316" cy="12520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B7519C4B-4E0D-5782-37BA-493D4C514CF8}"/>
                  </a:ext>
                </a:extLst>
              </p:cNvPr>
              <p:cNvSpPr/>
              <p:nvPr/>
            </p:nvSpPr>
            <p:spPr>
              <a:xfrm>
                <a:off x="10467477" y="2846589"/>
                <a:ext cx="120316" cy="12520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8B3C407D-BDFA-1A85-2599-C2BA9825316A}"/>
                  </a:ext>
                </a:extLst>
              </p:cNvPr>
              <p:cNvCxnSpPr>
                <a:stCxn id="12" idx="5"/>
                <a:endCxn id="20" idx="1"/>
              </p:cNvCxnSpPr>
              <p:nvPr/>
            </p:nvCxnSpPr>
            <p:spPr>
              <a:xfrm>
                <a:off x="9711924" y="1902705"/>
                <a:ext cx="773173" cy="96222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EAEC2E4-2312-D040-3DB8-5E576436D816}"/>
                    </a:ext>
                  </a:extLst>
                </p:cNvPr>
                <p:cNvSpPr txBox="1"/>
                <p:nvPr/>
              </p:nvSpPr>
              <p:spPr>
                <a:xfrm>
                  <a:off x="3428359" y="5514901"/>
                  <a:ext cx="454431" cy="3239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6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AU" sz="1600" b="1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8BB9E76-BE97-4115-89D0-CB28AEEB59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8359" y="5514901"/>
                  <a:ext cx="454431" cy="32392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3B25D9F-94EE-BE66-E99E-C3BC303DC2CA}"/>
                    </a:ext>
                  </a:extLst>
                </p:cNvPr>
                <p:cNvSpPr txBox="1"/>
                <p:nvPr/>
              </p:nvSpPr>
              <p:spPr>
                <a:xfrm>
                  <a:off x="2873603" y="4751820"/>
                  <a:ext cx="454431" cy="3239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600" b="1" i="1" dirty="0" smtClean="0">
                            <a:latin typeface="Cambria Math" panose="02040503050406030204" pitchFamily="18" charset="0"/>
                          </a:rPr>
                          <m:t>𝒚</m:t>
                        </m:r>
                      </m:oMath>
                    </m:oMathPara>
                  </a14:m>
                  <a:endParaRPr lang="en-AU" sz="1600" b="1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3B25D9F-94EE-BE66-E99E-C3BC303DC2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3603" y="4751820"/>
                  <a:ext cx="454431" cy="323929"/>
                </a:xfrm>
                <a:prstGeom prst="rect">
                  <a:avLst/>
                </a:prstGeom>
                <a:blipFill>
                  <a:blip r:embed="rId6"/>
                  <a:stretch>
                    <a:fillRect b="-31818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07E61D8-88B5-AE36-13D6-567AF72E45A6}"/>
              </a:ext>
            </a:extLst>
          </p:cNvPr>
          <p:cNvGrpSpPr/>
          <p:nvPr/>
        </p:nvGrpSpPr>
        <p:grpSpPr>
          <a:xfrm>
            <a:off x="10678238" y="1698343"/>
            <a:ext cx="1176715" cy="1099500"/>
            <a:chOff x="4389395" y="4745993"/>
            <a:chExt cx="1481393" cy="1347141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517763A-C1E0-9406-444C-07341538328D}"/>
                </a:ext>
              </a:extLst>
            </p:cNvPr>
            <p:cNvGrpSpPr/>
            <p:nvPr/>
          </p:nvGrpSpPr>
          <p:grpSpPr>
            <a:xfrm>
              <a:off x="4389395" y="4810936"/>
              <a:ext cx="1481393" cy="1282198"/>
              <a:chOff x="8494294" y="1455821"/>
              <a:chExt cx="2839453" cy="243605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27816AC-E19B-9567-D0F2-D24337BAA1CC}"/>
                  </a:ext>
                </a:extLst>
              </p:cNvPr>
              <p:cNvSpPr/>
              <p:nvPr/>
            </p:nvSpPr>
            <p:spPr>
              <a:xfrm>
                <a:off x="8494294" y="1455821"/>
                <a:ext cx="2839453" cy="2436055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4CC4DDB-3514-14D1-E72D-2E36A171C9D5}"/>
                  </a:ext>
                </a:extLst>
              </p:cNvPr>
              <p:cNvSpPr/>
              <p:nvPr/>
            </p:nvSpPr>
            <p:spPr>
              <a:xfrm>
                <a:off x="9938087" y="1703595"/>
                <a:ext cx="120316" cy="12520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B41E6CE-77BC-F48C-5108-78592C837505}"/>
                  </a:ext>
                </a:extLst>
              </p:cNvPr>
              <p:cNvSpPr/>
              <p:nvPr/>
            </p:nvSpPr>
            <p:spPr>
              <a:xfrm>
                <a:off x="9609228" y="1795835"/>
                <a:ext cx="120316" cy="12520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CC5588B-31EA-1F92-6D4B-E80795E17D06}"/>
                  </a:ext>
                </a:extLst>
              </p:cNvPr>
              <p:cNvSpPr/>
              <p:nvPr/>
            </p:nvSpPr>
            <p:spPr>
              <a:xfrm>
                <a:off x="10038355" y="1972295"/>
                <a:ext cx="120316" cy="12520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77AF56D-5A00-C448-EAAC-98DEDBFCF7AE}"/>
                  </a:ext>
                </a:extLst>
              </p:cNvPr>
              <p:cNvSpPr/>
              <p:nvPr/>
            </p:nvSpPr>
            <p:spPr>
              <a:xfrm>
                <a:off x="9613234" y="2124699"/>
                <a:ext cx="120316" cy="12520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7FEBCD51-FA96-3BCE-6459-2ADDD4BBDB1D}"/>
                  </a:ext>
                </a:extLst>
              </p:cNvPr>
              <p:cNvSpPr/>
              <p:nvPr/>
            </p:nvSpPr>
            <p:spPr>
              <a:xfrm>
                <a:off x="10355185" y="2277099"/>
                <a:ext cx="120316" cy="12520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F8B38474-6F6C-A78E-A5AB-0CCBD10FCC87}"/>
                  </a:ext>
                </a:extLst>
              </p:cNvPr>
              <p:cNvSpPr/>
              <p:nvPr/>
            </p:nvSpPr>
            <p:spPr>
              <a:xfrm>
                <a:off x="9966161" y="2393403"/>
                <a:ext cx="120316" cy="12520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94220FB-9F2B-061B-2C59-CE0B88A94FB2}"/>
                  </a:ext>
                </a:extLst>
              </p:cNvPr>
              <p:cNvSpPr/>
              <p:nvPr/>
            </p:nvSpPr>
            <p:spPr>
              <a:xfrm>
                <a:off x="10551705" y="2581899"/>
                <a:ext cx="120316" cy="12520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5628B477-DF7A-A722-97E8-5EEF9DA9921F}"/>
                  </a:ext>
                </a:extLst>
              </p:cNvPr>
              <p:cNvSpPr/>
              <p:nvPr/>
            </p:nvSpPr>
            <p:spPr>
              <a:xfrm>
                <a:off x="10138613" y="2734299"/>
                <a:ext cx="120316" cy="12520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ADE82AF0-AAD7-6A47-C175-A1AA8FFED9DE}"/>
                  </a:ext>
                </a:extLst>
              </p:cNvPr>
              <p:cNvSpPr/>
              <p:nvPr/>
            </p:nvSpPr>
            <p:spPr>
              <a:xfrm>
                <a:off x="10447425" y="1996352"/>
                <a:ext cx="120316" cy="12520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E56C7E3-6FC3-97FC-A25F-862ACC6D0119}"/>
                  </a:ext>
                </a:extLst>
              </p:cNvPr>
              <p:cNvSpPr/>
              <p:nvPr/>
            </p:nvSpPr>
            <p:spPr>
              <a:xfrm>
                <a:off x="10467477" y="2846589"/>
                <a:ext cx="120316" cy="12520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6FF4EFC-634F-4F94-71DF-509982221D37}"/>
                  </a:ext>
                </a:extLst>
              </p:cNvPr>
              <p:cNvCxnSpPr>
                <a:stCxn id="30" idx="5"/>
                <a:endCxn id="38" idx="1"/>
              </p:cNvCxnSpPr>
              <p:nvPr/>
            </p:nvCxnSpPr>
            <p:spPr>
              <a:xfrm>
                <a:off x="9711924" y="1902705"/>
                <a:ext cx="773173" cy="96222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4AD599A-48B3-3AD3-0E45-EAA30F74DA38}"/>
                    </a:ext>
                  </a:extLst>
                </p:cNvPr>
                <p:cNvSpPr txBox="1"/>
                <p:nvPr/>
              </p:nvSpPr>
              <p:spPr>
                <a:xfrm>
                  <a:off x="5258903" y="5505299"/>
                  <a:ext cx="454431" cy="3239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6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AU" sz="1600" b="1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647BE0CD-7331-4A4F-92AC-34B4D89078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8903" y="5505299"/>
                  <a:ext cx="454431" cy="32392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B4A37EC-983B-06E6-948B-1309A1FA432F}"/>
                    </a:ext>
                  </a:extLst>
                </p:cNvPr>
                <p:cNvSpPr txBox="1"/>
                <p:nvPr/>
              </p:nvSpPr>
              <p:spPr>
                <a:xfrm>
                  <a:off x="4686685" y="4745993"/>
                  <a:ext cx="454431" cy="3239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600" b="1" i="1" dirty="0" smtClean="0">
                            <a:latin typeface="Cambria Math" panose="02040503050406030204" pitchFamily="18" charset="0"/>
                          </a:rPr>
                          <m:t>𝒚</m:t>
                        </m:r>
                      </m:oMath>
                    </m:oMathPara>
                  </a14:m>
                  <a:endParaRPr lang="en-AU" sz="1600" b="1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B4A37EC-983B-06E6-948B-1309A1FA43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6685" y="4745993"/>
                  <a:ext cx="454431" cy="323929"/>
                </a:xfrm>
                <a:prstGeom prst="rect">
                  <a:avLst/>
                </a:prstGeom>
                <a:blipFill>
                  <a:blip r:embed="rId8"/>
                  <a:stretch>
                    <a:fillRect b="-32558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0665837-5365-CAA2-1841-E6F00A14748A}"/>
              </a:ext>
            </a:extLst>
          </p:cNvPr>
          <p:cNvGrpSpPr/>
          <p:nvPr/>
        </p:nvGrpSpPr>
        <p:grpSpPr>
          <a:xfrm>
            <a:off x="9256888" y="2940889"/>
            <a:ext cx="1176715" cy="1154866"/>
            <a:chOff x="456174" y="2799831"/>
            <a:chExt cx="3467754" cy="3251368"/>
          </a:xfrm>
        </p:grpSpPr>
        <p:pic>
          <p:nvPicPr>
            <p:cNvPr id="43" name="Picture 2">
              <a:extLst>
                <a:ext uri="{FF2B5EF4-FFF2-40B4-BE49-F238E27FC236}">
                  <a16:creationId xmlns:a16="http://schemas.microsoft.com/office/drawing/2014/main" id="{2D86F08A-48AB-8DA0-9E66-43CBF9ABA4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174" y="3674814"/>
              <a:ext cx="3467754" cy="2376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" name="Picture 3">
              <a:extLst>
                <a:ext uri="{FF2B5EF4-FFF2-40B4-BE49-F238E27FC236}">
                  <a16:creationId xmlns:a16="http://schemas.microsoft.com/office/drawing/2014/main" id="{65A07F8F-BB8D-4B26-72F0-013F0A7DA3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9712" y="2799831"/>
              <a:ext cx="1116124" cy="943750"/>
            </a:xfrm>
            <a:prstGeom prst="rect">
              <a:avLst/>
            </a:prstGeom>
            <a:noFill/>
            <a:ln w="3175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</p:grpSp>
      <p:pic>
        <p:nvPicPr>
          <p:cNvPr id="48" name="Picture 47">
            <a:extLst>
              <a:ext uri="{FF2B5EF4-FFF2-40B4-BE49-F238E27FC236}">
                <a16:creationId xmlns:a16="http://schemas.microsoft.com/office/drawing/2014/main" id="{AF34E848-7930-3E47-22A4-5150FA1824A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34289" y="5802489"/>
            <a:ext cx="5158371" cy="1066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BCD6B3E7-BA22-7BFA-3723-0C0C8602C87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5518" y="5806172"/>
            <a:ext cx="5158373" cy="105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549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8378806-C238-4F2B-FE07-2ED671727845}"/>
              </a:ext>
            </a:extLst>
          </p:cNvPr>
          <p:cNvSpPr/>
          <p:nvPr/>
        </p:nvSpPr>
        <p:spPr>
          <a:xfrm>
            <a:off x="2918866" y="4859980"/>
            <a:ext cx="6242756" cy="119595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D555E42-D37A-4965-BB9E-7C966EA88BBF}"/>
                  </a:ext>
                </a:extLst>
              </p:cNvPr>
              <p:cNvSpPr>
                <a:spLocks noGrp="1"/>
              </p:cNvSpPr>
              <p:nvPr>
                <p:ph sz="quarter" idx="12"/>
              </p:nvPr>
            </p:nvSpPr>
            <p:spPr>
              <a:xfrm>
                <a:off x="217222" y="1232409"/>
                <a:ext cx="11732321" cy="4062460"/>
              </a:xfrm>
            </p:spPr>
            <p:txBody>
              <a:bodyPr/>
              <a:lstStyle/>
              <a:p>
                <a:pPr marL="265113" lvl="1" indent="-265113">
                  <a:spcBef>
                    <a:spcPts val="0"/>
                  </a:spcBef>
                  <a:buSzPct val="75000"/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New kernel based on probabilistic </a:t>
                </a:r>
                <a:r>
                  <a:rPr lang="en-US" sz="2400" dirty="0">
                    <a:solidFill>
                      <a:srgbClr val="FF0000"/>
                    </a:solidFill>
                  </a:rPr>
                  <a:t>data-dependent</a:t>
                </a:r>
                <a:r>
                  <a:rPr lang="en-US" sz="2400" b="1" dirty="0"/>
                  <a:t> </a:t>
                </a:r>
                <a:r>
                  <a:rPr lang="en-US" sz="2400" dirty="0"/>
                  <a:t>and</a:t>
                </a:r>
                <a:r>
                  <a:rPr lang="en-US" sz="2400" b="1" dirty="0"/>
                  <a:t> </a:t>
                </a:r>
                <a:r>
                  <a:rPr lang="en-US" sz="2400" dirty="0">
                    <a:solidFill>
                      <a:srgbClr val="FF0000"/>
                    </a:solidFill>
                  </a:rPr>
                  <a:t>scale-invariant</a:t>
                </a:r>
                <a:r>
                  <a:rPr lang="en-US" sz="2400" b="1" dirty="0"/>
                  <a:t> </a:t>
                </a:r>
                <a:r>
                  <a:rPr lang="en-US" sz="2400" dirty="0"/>
                  <a:t>(dis)similarity measure called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AU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-dissimilarity </a:t>
                </a:r>
                <a:r>
                  <a:rPr lang="en-AU" sz="2400" dirty="0"/>
                  <a:t>(Aryal et al. 2020)</a:t>
                </a:r>
                <a:endParaRPr lang="en-US" sz="2400" dirty="0"/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  <a:buSzPct val="7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func>
                            <m:func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sz="24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AU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AU" sz="24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AU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AU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AU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AU" sz="24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AU" sz="24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en-AU" sz="24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AU" sz="2400" b="1" i="1" smtClean="0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  <m:r>
                                        <a:rPr lang="en-AU" sz="2400" b="0" i="1" smtClean="0">
                                          <a:latin typeface="Cambria Math" panose="02040503050406030204" pitchFamily="18" charset="0"/>
                                        </a:rPr>
                                        <m:t>)|</m:t>
                                      </m:r>
                                    </m:num>
                                    <m:den>
                                      <m:r>
                                        <a:rPr lang="en-AU" sz="2400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  <a:buSzPct val="7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|=|{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AU" sz="2400" b="0" i="1" smtClean="0">
                          <a:latin typeface="Cambria Math" panose="02040503050406030204" pitchFamily="18" charset="0"/>
                        </a:rPr>
                        <m:t>min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AU" sz="2400" b="0" i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)}|</m:t>
                      </m:r>
                    </m:oMath>
                  </m:oMathPara>
                </a14:m>
                <a:endParaRPr lang="en-AU" sz="2400" dirty="0"/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  <a:buSzPct val="75000"/>
                </a:pPr>
                <a:endParaRPr lang="en-AU" sz="2400" dirty="0"/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  <a:buSzPct val="75000"/>
                </a:pPr>
                <a:endParaRPr lang="en-AU" sz="2400" dirty="0"/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  <a:buSzPct val="75000"/>
                </a:pPr>
                <a:endParaRPr lang="en-AU" sz="100" dirty="0"/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  <a:buSzPct val="75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𝑃𝑀𝐾</m:t>
                          </m:r>
                        </m:sub>
                      </m:sSub>
                      <m:d>
                        <m:dPr>
                          <m:ctrlP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2∗</m:t>
                          </m:r>
                          <m:sSub>
                            <m:sSubPr>
                              <m:ctrlPr>
                                <a:rPr lang="en-AU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AU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AU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AU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en-AU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3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AU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sz="3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AU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  <a:buSzPct val="75000"/>
                </a:pPr>
                <a:endParaRPr lang="en-US" sz="2400" dirty="0"/>
              </a:p>
              <a:p>
                <a:pPr lvl="1"/>
                <a:endParaRPr lang="en-US" sz="24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D555E42-D37A-4965-BB9E-7C966EA88B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xfrm>
                <a:off x="217222" y="1232409"/>
                <a:ext cx="11732321" cy="4062460"/>
              </a:xfrm>
              <a:blipFill>
                <a:blip r:embed="rId3"/>
                <a:stretch>
                  <a:fillRect l="-364" t="-1199" b="-175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C58C0D-67D5-4807-9051-DB0EE3BF3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Deakin University CRICOS Provider Code: 00113B</a:t>
            </a:r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BC2ECB7-1082-4F87-AE73-F07EDD3BA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22" y="264262"/>
            <a:ext cx="8486957" cy="710909"/>
          </a:xfrm>
        </p:spPr>
        <p:txBody>
          <a:bodyPr anchor="ctr"/>
          <a:lstStyle/>
          <a:p>
            <a:r>
              <a:rPr lang="en-AU" sz="3600" dirty="0"/>
              <a:t>Probability Mass-based Kernel (PMK)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ED31F7-B790-4DC8-9B08-E005AB0B03E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5AEA0E0-5CC6-4BD0-905C-A0021E419432}" type="slidenum">
              <a:rPr lang="en-GB" smtClean="0"/>
              <a:pPr/>
              <a:t>5</a:t>
            </a:fld>
            <a:endParaRPr lang="en-GB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F7E2893-05AF-45EC-881B-7673553C6459}"/>
              </a:ext>
            </a:extLst>
          </p:cNvPr>
          <p:cNvGrpSpPr/>
          <p:nvPr/>
        </p:nvGrpSpPr>
        <p:grpSpPr>
          <a:xfrm>
            <a:off x="1227483" y="3515639"/>
            <a:ext cx="9198908" cy="1201328"/>
            <a:chOff x="1227482" y="3515638"/>
            <a:chExt cx="9737035" cy="145284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8D0D392-77FE-6390-B53A-148D63A05478}"/>
                </a:ext>
              </a:extLst>
            </p:cNvPr>
            <p:cNvGrpSpPr/>
            <p:nvPr/>
          </p:nvGrpSpPr>
          <p:grpSpPr>
            <a:xfrm>
              <a:off x="1227482" y="3515638"/>
              <a:ext cx="9737035" cy="1426950"/>
              <a:chOff x="325435" y="6317745"/>
              <a:chExt cx="15480220" cy="1920345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195F779C-4534-49E9-893C-1FD4C81D7278}"/>
                  </a:ext>
                </a:extLst>
              </p:cNvPr>
              <p:cNvGrpSpPr/>
              <p:nvPr/>
            </p:nvGrpSpPr>
            <p:grpSpPr>
              <a:xfrm>
                <a:off x="325435" y="6778747"/>
                <a:ext cx="15480220" cy="1459343"/>
                <a:chOff x="325435" y="6778747"/>
                <a:chExt cx="15480220" cy="1459343"/>
              </a:xfrm>
            </p:grpSpPr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0B389F54-A700-B919-5CA3-9367E18A89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25435" y="6778747"/>
                  <a:ext cx="15480220" cy="1078123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EDDCBA02-F36D-4E33-28E2-DD3CF575B42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61654" y="7699634"/>
                      <a:ext cx="6350573" cy="53845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AU" sz="2000" dirty="0">
                          <a:solidFill>
                            <a:srgbClr val="000000"/>
                          </a:solidFill>
                        </a:rPr>
                        <a:t>Data distribution in dimension </a:t>
                      </a:r>
                      <a14:m>
                        <m:oMath xmlns:m="http://schemas.openxmlformats.org/officeDocument/2006/math">
                          <m:r>
                            <a:rPr lang="en-AU" sz="2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oMath>
                      </a14:m>
                      <a:endParaRPr lang="en-AU" sz="2000" dirty="0">
                        <a:solidFill>
                          <a:srgbClr val="00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TextBox 1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61654" y="7699634"/>
                      <a:ext cx="6350573" cy="538456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1679" t="-7576" b="-2575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A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F3AE5CE1-9DDA-1091-8F4E-8A8CB19A6202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876802" y="6356106"/>
                    <a:ext cx="450473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AU" sz="22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2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AU" sz="22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en-AU" sz="22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TextBox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876802" y="6356106"/>
                    <a:ext cx="450473" cy="43088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5714"/>
                    </a:stretch>
                  </a:blipFill>
                </p:spPr>
                <p:txBody>
                  <a:bodyPr/>
                  <a:lstStyle/>
                  <a:p>
                    <a:r>
                      <a:rPr lang="en-A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426436FF-0DF2-3350-4CCE-5D7E1DCFD174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4692751" y="6317745"/>
                    <a:ext cx="450473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AU" sz="22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2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AU" sz="22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en-AU" sz="22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TextBox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4692751" y="6317745"/>
                    <a:ext cx="450473" cy="43088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4348" r="-39130" b="-48077"/>
                    </a:stretch>
                  </a:blipFill>
                </p:spPr>
                <p:txBody>
                  <a:bodyPr/>
                  <a:lstStyle/>
                  <a:p>
                    <a:r>
                      <a:rPr lang="en-A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859C017-D911-E327-C63F-76FFE068C2BB}"/>
                  </a:ext>
                </a:extLst>
              </p:cNvPr>
              <p:cNvCxnSpPr/>
              <p:nvPr/>
            </p:nvCxnSpPr>
            <p:spPr>
              <a:xfrm>
                <a:off x="2077975" y="6806626"/>
                <a:ext cx="0" cy="635927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3E26005-CB06-37A7-0A29-EC7A07A783E5}"/>
                  </a:ext>
                </a:extLst>
              </p:cNvPr>
              <p:cNvCxnSpPr/>
              <p:nvPr/>
            </p:nvCxnSpPr>
            <p:spPr>
              <a:xfrm>
                <a:off x="4877317" y="6854904"/>
                <a:ext cx="0" cy="635928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Left Brace 14">
                <a:extLst>
                  <a:ext uri="{FF2B5EF4-FFF2-40B4-BE49-F238E27FC236}">
                    <a16:creationId xmlns:a16="http://schemas.microsoft.com/office/drawing/2014/main" id="{602C60AC-F61A-4707-E3C5-40FD4A8CA1FD}"/>
                  </a:ext>
                </a:extLst>
              </p:cNvPr>
              <p:cNvSpPr/>
              <p:nvPr/>
            </p:nvSpPr>
            <p:spPr>
              <a:xfrm rot="16200000">
                <a:off x="3307516" y="6285479"/>
                <a:ext cx="337076" cy="2799345"/>
              </a:xfrm>
              <a:prstGeom prst="leftBrace">
                <a:avLst>
                  <a:gd name="adj1" fmla="val 46405"/>
                  <a:gd name="adj2" fmla="val 48452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8CEBA77E-190C-9A52-13AB-AB7272DE4F0B}"/>
                    </a:ext>
                  </a:extLst>
                </p:cNvPr>
                <p:cNvSpPr txBox="1"/>
                <p:nvPr/>
              </p:nvSpPr>
              <p:spPr>
                <a:xfrm>
                  <a:off x="2523687" y="4568373"/>
                  <a:ext cx="123558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AU" sz="20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0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AU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sz="2000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d>
                      </m:oMath>
                    </m:oMathPara>
                  </a14:m>
                  <a:endParaRPr lang="en-AU" sz="20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8CEBA77E-190C-9A52-13AB-AB7272DE4F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3687" y="4568373"/>
                  <a:ext cx="1235589" cy="400110"/>
                </a:xfrm>
                <a:prstGeom prst="rect">
                  <a:avLst/>
                </a:prstGeom>
                <a:blipFill>
                  <a:blip r:embed="rId8"/>
                  <a:stretch>
                    <a:fillRect b="-31481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1FA02F7-4A1A-CEC0-26EE-5B64079852AA}"/>
              </a:ext>
            </a:extLst>
          </p:cNvPr>
          <p:cNvSpPr txBox="1"/>
          <p:nvPr/>
        </p:nvSpPr>
        <p:spPr>
          <a:xfrm>
            <a:off x="4761571" y="6337617"/>
            <a:ext cx="73486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SzPct val="75000"/>
            </a:pPr>
            <a:r>
              <a:rPr lang="en-US" sz="1200" dirty="0"/>
              <a:t>Aryal, S., Ting, K. M., Washio, T., &amp; Haffari, G. (2020). “A comparative study of data-dependent approaches without learning in measuring similarities of data objects”. </a:t>
            </a:r>
            <a:r>
              <a:rPr lang="en-US" sz="1200" i="1" dirty="0"/>
              <a:t>Data Mining and Knowledge Discovery</a:t>
            </a:r>
            <a:r>
              <a:rPr lang="en-US" sz="1200" dirty="0"/>
              <a:t>, 34(1), 124-162.</a:t>
            </a:r>
          </a:p>
        </p:txBody>
      </p:sp>
    </p:spTree>
    <p:extLst>
      <p:ext uri="{BB962C8B-B14F-4D97-AF65-F5344CB8AC3E}">
        <p14:creationId xmlns:p14="http://schemas.microsoft.com/office/powerpoint/2010/main" val="3500452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C58C0D-67D5-4807-9051-DB0EE3BF3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Deakin University CRICOS Provider Code: 00113B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D555E42-D37A-4965-BB9E-7C966EA88BBF}"/>
                  </a:ext>
                </a:extLst>
              </p:cNvPr>
              <p:cNvSpPr>
                <a:spLocks noGrp="1"/>
              </p:cNvSpPr>
              <p:nvPr>
                <p:ph sz="quarter" idx="12"/>
              </p:nvPr>
            </p:nvSpPr>
            <p:spPr>
              <a:xfrm>
                <a:off x="115621" y="1264850"/>
                <a:ext cx="11795642" cy="5335266"/>
              </a:xfrm>
            </p:spPr>
            <p:txBody>
              <a:bodyPr/>
              <a:lstStyle/>
              <a:p>
                <a:pPr marL="450850" lvl="1" indent="-368300">
                  <a:spcBef>
                    <a:spcPts val="600"/>
                  </a:spcBef>
                  <a:spcAft>
                    <a:spcPts val="600"/>
                  </a:spcAft>
                  <a:buSzPct val="75000"/>
                  <a:buFont typeface="Wingdings" panose="05000000000000000000" pitchFamily="2" charset="2"/>
                  <a:buChar char="q"/>
                  <a:tabLst>
                    <a:tab pos="360363" algn="l"/>
                  </a:tabLst>
                </a:pPr>
                <a:r>
                  <a:rPr lang="en-AU" sz="2400" dirty="0"/>
                  <a:t>Data distribution dependent when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82550" lvl="1">
                  <a:spcBef>
                    <a:spcPts val="600"/>
                  </a:spcBef>
                  <a:spcAft>
                    <a:spcPts val="600"/>
                  </a:spcAft>
                  <a:buSzPct val="75000"/>
                  <a:tabLst>
                    <a:tab pos="360363" algn="l"/>
                  </a:tabLst>
                </a:pPr>
                <a:endParaRPr lang="en-US" sz="2400" dirty="0"/>
              </a:p>
              <a:p>
                <a:pPr marL="82550" lvl="1">
                  <a:spcBef>
                    <a:spcPts val="600"/>
                  </a:spcBef>
                  <a:spcAft>
                    <a:spcPts val="600"/>
                  </a:spcAft>
                  <a:buSzPct val="75000"/>
                  <a:tabLst>
                    <a:tab pos="360363" algn="l"/>
                  </a:tabLst>
                </a:pPr>
                <a:endParaRPr lang="en-US" sz="2400" dirty="0"/>
              </a:p>
              <a:p>
                <a:pPr marL="82550" lvl="1">
                  <a:spcBef>
                    <a:spcPts val="600"/>
                  </a:spcBef>
                  <a:spcAft>
                    <a:spcPts val="600"/>
                  </a:spcAft>
                  <a:buSzPct val="75000"/>
                  <a:tabLst>
                    <a:tab pos="360363" algn="l"/>
                  </a:tabLst>
                </a:pPr>
                <a:endParaRPr lang="en-US" sz="2400" dirty="0"/>
              </a:p>
              <a:p>
                <a:pPr marL="82550" lvl="1">
                  <a:spcBef>
                    <a:spcPts val="600"/>
                  </a:spcBef>
                  <a:spcAft>
                    <a:spcPts val="600"/>
                  </a:spcAft>
                  <a:buSzPct val="75000"/>
                  <a:tabLst>
                    <a:tab pos="360363" algn="l"/>
                  </a:tabLst>
                </a:pPr>
                <a:endParaRPr lang="en-US" sz="2400" dirty="0"/>
              </a:p>
              <a:p>
                <a:pPr marL="450850" lvl="1" indent="-368300">
                  <a:spcBef>
                    <a:spcPts val="1800"/>
                  </a:spcBef>
                  <a:spcAft>
                    <a:spcPts val="600"/>
                  </a:spcAft>
                  <a:buSzPct val="75000"/>
                  <a:buFont typeface="Wingdings" panose="05000000000000000000" pitchFamily="2" charset="2"/>
                  <a:buChar char="q"/>
                  <a:tabLst>
                    <a:tab pos="360363" algn="l"/>
                  </a:tabLst>
                </a:pPr>
                <a:r>
                  <a:rPr lang="en-AU" sz="2400" dirty="0"/>
                  <a:t>Data distribution dependent when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AU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sz="240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AU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AU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AU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D555E42-D37A-4965-BB9E-7C966EA88B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xfrm>
                <a:off x="115621" y="1264850"/>
                <a:ext cx="11795642" cy="5335266"/>
              </a:xfrm>
              <a:blipFill>
                <a:blip r:embed="rId3"/>
                <a:stretch>
                  <a:fillRect t="-9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6BC2ECB7-1082-4F87-AE73-F07EDD3BA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56" y="257884"/>
            <a:ext cx="8089915" cy="710909"/>
          </a:xfrm>
        </p:spPr>
        <p:txBody>
          <a:bodyPr anchor="ctr"/>
          <a:lstStyle/>
          <a:p>
            <a:r>
              <a:rPr lang="en-AU" sz="3600" dirty="0"/>
              <a:t>Properties of PMK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ED31F7-B790-4DC8-9B08-E005AB0B03E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5AEA0E0-5CC6-4BD0-905C-A0021E419432}" type="slidenum">
              <a:rPr lang="en-GB" smtClean="0"/>
              <a:pPr/>
              <a:t>6</a:t>
            </a:fld>
            <a:endParaRPr lang="en-GB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B8870FA-49BD-EB85-6F7C-9E80EAC8BFFD}"/>
              </a:ext>
            </a:extLst>
          </p:cNvPr>
          <p:cNvGrpSpPr/>
          <p:nvPr/>
        </p:nvGrpSpPr>
        <p:grpSpPr>
          <a:xfrm>
            <a:off x="1925372" y="1849594"/>
            <a:ext cx="8421796" cy="2036609"/>
            <a:chOff x="1044533" y="1803307"/>
            <a:chExt cx="8616825" cy="227641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DB32F0D-0BBA-E979-4FCA-AADE58254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4533" y="1852494"/>
              <a:ext cx="8616825" cy="2227230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A8E9210-7864-83FD-80A3-D6EF00BCD0BF}"/>
                </a:ext>
              </a:extLst>
            </p:cNvPr>
            <p:cNvSpPr/>
            <p:nvPr/>
          </p:nvSpPr>
          <p:spPr>
            <a:xfrm>
              <a:off x="1862414" y="1803307"/>
              <a:ext cx="1554554" cy="227641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6364A22-D4FB-6277-5B26-CE0FC3431D5C}"/>
                </a:ext>
              </a:extLst>
            </p:cNvPr>
            <p:cNvSpPr/>
            <p:nvPr/>
          </p:nvSpPr>
          <p:spPr>
            <a:xfrm>
              <a:off x="2108564" y="2731057"/>
              <a:ext cx="1110381" cy="707378"/>
            </a:xfrm>
            <a:prstGeom prst="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22203DE9-C35F-CF64-3E08-9C32BE691C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8213" y="4529496"/>
            <a:ext cx="3843146" cy="223318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455C961-6437-CABC-D00E-8206D54643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1603" y="4489934"/>
            <a:ext cx="3843146" cy="2241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429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168BA80-048C-4E6C-8E30-233438F3A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Deakin University CRICOS Provider Code: 00113B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788290-8B5C-499B-86DA-548EC14D6D8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5AEA0E0-5CC6-4BD0-905C-A0021E419432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5ECCB87E-64C9-42F2-B207-70D38B6F4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22" y="264262"/>
            <a:ext cx="8486957" cy="710909"/>
          </a:xfrm>
        </p:spPr>
        <p:txBody>
          <a:bodyPr anchor="ctr"/>
          <a:lstStyle/>
          <a:p>
            <a:r>
              <a:rPr lang="en-AU" sz="3600" dirty="0"/>
              <a:t>Decision Boundaries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6E29041-CF9E-4262-96FD-BAA23544E62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94872" y="1298670"/>
            <a:ext cx="11654672" cy="5295068"/>
          </a:xfrm>
        </p:spPr>
        <p:txBody>
          <a:bodyPr/>
          <a:lstStyle/>
          <a:p>
            <a:pPr marL="355600" lvl="1">
              <a:spcBef>
                <a:spcPts val="1200"/>
              </a:spcBef>
              <a:spcAft>
                <a:spcPts val="1200"/>
              </a:spcAft>
              <a:buSzPct val="75000"/>
            </a:pPr>
            <a:endParaRPr lang="en-AU" sz="2400" dirty="0"/>
          </a:p>
          <a:p>
            <a:pPr marL="355600" lvl="1">
              <a:spcBef>
                <a:spcPts val="1200"/>
              </a:spcBef>
              <a:spcAft>
                <a:spcPts val="1200"/>
              </a:spcAft>
              <a:buSzPct val="75000"/>
            </a:pPr>
            <a:endParaRPr lang="en-US" sz="2400" dirty="0"/>
          </a:p>
          <a:p>
            <a:pPr lvl="1"/>
            <a:endParaRPr lang="en-US" sz="24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110A27-167C-C703-E43B-1865EC7D4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56" y="1400935"/>
            <a:ext cx="5698226" cy="33539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ED487D-C236-E8FB-3D81-DA171F82C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8923" y="1355115"/>
            <a:ext cx="5743037" cy="339941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D645B9F-72B0-4EB2-5CC2-6BCBD66FECE7}"/>
              </a:ext>
            </a:extLst>
          </p:cNvPr>
          <p:cNvSpPr txBox="1"/>
          <p:nvPr/>
        </p:nvSpPr>
        <p:spPr>
          <a:xfrm>
            <a:off x="530456" y="5026876"/>
            <a:ext cx="11471504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0850" lvl="1" indent="-368300">
              <a:spcBef>
                <a:spcPts val="600"/>
              </a:spcBef>
              <a:spcAft>
                <a:spcPts val="600"/>
              </a:spcAft>
              <a:buSzPct val="75000"/>
              <a:buFont typeface="Wingdings" panose="05000000000000000000" pitchFamily="2" charset="2"/>
              <a:buChar char="q"/>
              <a:tabLst>
                <a:tab pos="360363" algn="l"/>
              </a:tabLst>
            </a:pPr>
            <a:r>
              <a:rPr lang="en-AU" sz="2400" dirty="0"/>
              <a:t>Existing distance-based kernels are biased to dense class</a:t>
            </a:r>
          </a:p>
          <a:p>
            <a:pPr marL="82550" lvl="1">
              <a:spcBef>
                <a:spcPts val="600"/>
              </a:spcBef>
              <a:spcAft>
                <a:spcPts val="600"/>
              </a:spcAft>
              <a:buSzPct val="75000"/>
              <a:tabLst>
                <a:tab pos="360363" algn="l"/>
              </a:tabLst>
            </a:pPr>
            <a:r>
              <a:rPr lang="en-AU" sz="2400" dirty="0"/>
              <a:t>	  - decision boundary is pushed over the sparse class </a:t>
            </a:r>
          </a:p>
          <a:p>
            <a:pPr marL="450850" lvl="1" indent="-368300">
              <a:spcBef>
                <a:spcPts val="600"/>
              </a:spcBef>
              <a:spcAft>
                <a:spcPts val="600"/>
              </a:spcAft>
              <a:buSzPct val="75000"/>
              <a:buFont typeface="Wingdings" panose="05000000000000000000" pitchFamily="2" charset="2"/>
              <a:buChar char="q"/>
              <a:tabLst>
                <a:tab pos="360363" algn="l"/>
              </a:tabLst>
            </a:pPr>
            <a:r>
              <a:rPr lang="en-AU" sz="2400" dirty="0"/>
              <a:t>PMK  is biased to sparse class</a:t>
            </a:r>
            <a:r>
              <a:rPr lang="en-US" sz="2400" dirty="0"/>
              <a:t> – decision boundary is pushed towards the dense class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890863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FD98C9B-E7D7-4D7B-9EA5-DAA981504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Deakin University CRICOS Provider Code: 00113B</a:t>
            </a:r>
            <a:endParaRPr lang="en-GB" dirty="0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52284EE9-C4B4-4834-BBBA-BDD7368F8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56" y="114841"/>
            <a:ext cx="2825597" cy="1040192"/>
          </a:xfrm>
        </p:spPr>
        <p:txBody>
          <a:bodyPr anchor="ctr"/>
          <a:lstStyle/>
          <a:p>
            <a:r>
              <a:rPr lang="en-AU" sz="3600" dirty="0"/>
              <a:t>Results: SVM Classification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175B0FD-778D-0144-E8B1-F19E0FCF7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454" y="0"/>
            <a:ext cx="8901998" cy="68580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225ABBC-55FA-5D32-DA97-89BFB5B5BE57}"/>
              </a:ext>
            </a:extLst>
          </p:cNvPr>
          <p:cNvSpPr txBox="1"/>
          <p:nvPr/>
        </p:nvSpPr>
        <p:spPr>
          <a:xfrm>
            <a:off x="242457" y="2228671"/>
            <a:ext cx="28255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Data-dependent and data-independent kernel functions in SVM Classification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9386DB-3FDF-F761-A735-B131670A028A}"/>
              </a:ext>
            </a:extLst>
          </p:cNvPr>
          <p:cNvSpPr/>
          <p:nvPr/>
        </p:nvSpPr>
        <p:spPr>
          <a:xfrm>
            <a:off x="7002966" y="62798"/>
            <a:ext cx="981307" cy="668427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1562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FD98C9B-E7D7-4D7B-9EA5-DAA981504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Deakin University CRICOS Provider Code: 00113B</a:t>
            </a:r>
            <a:endParaRPr lang="en-GB" dirty="0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52284EE9-C4B4-4834-BBBA-BDD7368F8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56" y="114841"/>
            <a:ext cx="2825597" cy="1040192"/>
          </a:xfrm>
        </p:spPr>
        <p:txBody>
          <a:bodyPr anchor="ctr"/>
          <a:lstStyle/>
          <a:p>
            <a:r>
              <a:rPr lang="en-AU" sz="3600" dirty="0"/>
              <a:t>Results: SOTA Classification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25ABBC-55FA-5D32-DA97-89BFB5B5BE57}"/>
              </a:ext>
            </a:extLst>
          </p:cNvPr>
          <p:cNvSpPr txBox="1"/>
          <p:nvPr/>
        </p:nvSpPr>
        <p:spPr>
          <a:xfrm>
            <a:off x="242457" y="2228671"/>
            <a:ext cx="28255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SVM-PMK against SOTA Classifiers and SVM after metric learning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8E01BE3-D1FD-85B4-C867-624EAD22A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456" y="319375"/>
            <a:ext cx="8219234" cy="60333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B54A04E2-B1C5-FA82-F5D6-7E5DF0D9C357}"/>
              </a:ext>
            </a:extLst>
          </p:cNvPr>
          <p:cNvSpPr/>
          <p:nvPr/>
        </p:nvSpPr>
        <p:spPr>
          <a:xfrm>
            <a:off x="5304910" y="171450"/>
            <a:ext cx="981307" cy="631002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4186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C58C0D-67D5-4807-9051-DB0EE3BF3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Deakin University CRICOS Provider Code: 00113B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BC2ECB7-1082-4F87-AE73-F07EDD3BA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43" y="222678"/>
            <a:ext cx="3753231" cy="710909"/>
          </a:xfrm>
        </p:spPr>
        <p:txBody>
          <a:bodyPr anchor="ctr"/>
          <a:lstStyle/>
          <a:p>
            <a:r>
              <a:rPr lang="en-AU" sz="3500" dirty="0"/>
              <a:t>Robustness to data representation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ED31F7-B790-4DC8-9B08-E005AB0B03E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5AEA0E0-5CC6-4BD0-905C-A0021E419432}" type="slidenum">
              <a:rPr lang="en-GB" smtClean="0"/>
              <a:pPr/>
              <a:t>10</a:t>
            </a:fld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18B5639-04F5-5D63-631C-9F05CDBBF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2145" y="168448"/>
            <a:ext cx="8202171" cy="642486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D364F92-11F6-94C8-7A3E-77AE56F4288A}"/>
              </a:ext>
            </a:extLst>
          </p:cNvPr>
          <p:cNvSpPr txBox="1"/>
          <p:nvPr/>
        </p:nvSpPr>
        <p:spPr>
          <a:xfrm>
            <a:off x="373892" y="2828835"/>
            <a:ext cx="30671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Classification Accuracy after non-linear scaling of data</a:t>
            </a:r>
          </a:p>
        </p:txBody>
      </p:sp>
    </p:spTree>
    <p:extLst>
      <p:ext uri="{BB962C8B-B14F-4D97-AF65-F5344CB8AC3E}">
        <p14:creationId xmlns:p14="http://schemas.microsoft.com/office/powerpoint/2010/main" val="863313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C58C0D-67D5-4807-9051-DB0EE3BF3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Deakin University CRICOS Provider Code: 00113B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BC2ECB7-1082-4F87-AE73-F07EDD3BA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59" y="214178"/>
            <a:ext cx="3561346" cy="796474"/>
          </a:xfrm>
        </p:spPr>
        <p:txBody>
          <a:bodyPr anchor="ctr"/>
          <a:lstStyle/>
          <a:p>
            <a:r>
              <a:rPr lang="en-AU" sz="3200" dirty="0"/>
              <a:t>Dimensionality reduction using Kernel PCA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ED31F7-B790-4DC8-9B08-E005AB0B03E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5AEA0E0-5CC6-4BD0-905C-A0021E419432}" type="slidenum">
              <a:rPr lang="en-GB" smtClean="0"/>
              <a:pPr/>
              <a:t>11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E0358C-80A9-1E5B-137A-A853F271A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419" y="3459"/>
            <a:ext cx="8421550" cy="68425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945EB8-B830-C710-0BF1-87E30BB0E738}"/>
              </a:ext>
            </a:extLst>
          </p:cNvPr>
          <p:cNvSpPr txBox="1"/>
          <p:nvPr/>
        </p:nvSpPr>
        <p:spPr>
          <a:xfrm>
            <a:off x="385924" y="2605538"/>
            <a:ext cx="22971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Classification Accuracy</a:t>
            </a:r>
          </a:p>
        </p:txBody>
      </p:sp>
    </p:spTree>
    <p:extLst>
      <p:ext uri="{BB962C8B-B14F-4D97-AF65-F5344CB8AC3E}">
        <p14:creationId xmlns:p14="http://schemas.microsoft.com/office/powerpoint/2010/main" val="695508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C58C0D-67D5-4807-9051-DB0EE3BF3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Deakin University CRICOS Provider Code: 00113B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BC2ECB7-1082-4F87-AE73-F07EDD3BA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133" y="271452"/>
            <a:ext cx="8047372" cy="710909"/>
          </a:xfrm>
        </p:spPr>
        <p:txBody>
          <a:bodyPr anchor="ctr"/>
          <a:lstStyle/>
          <a:p>
            <a:r>
              <a:rPr lang="en-AU" sz="3600" dirty="0"/>
              <a:t>Conclusions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ED31F7-B790-4DC8-9B08-E005AB0B03E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5AEA0E0-5CC6-4BD0-905C-A0021E419432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D555E42-D37A-4965-BB9E-7C966EA88BB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2456" y="1339781"/>
            <a:ext cx="11707088" cy="5303309"/>
          </a:xfrm>
        </p:spPr>
        <p:txBody>
          <a:bodyPr/>
          <a:lstStyle/>
          <a:p>
            <a:pPr lvl="1">
              <a:spcBef>
                <a:spcPts val="600"/>
              </a:spcBef>
              <a:spcAft>
                <a:spcPts val="600"/>
              </a:spcAft>
              <a:buSzPct val="75000"/>
            </a:pPr>
            <a:endParaRPr lang="en-US" sz="2400" dirty="0"/>
          </a:p>
          <a:p>
            <a:pPr marL="342900" lvl="1" indent="-342900">
              <a:spcBef>
                <a:spcPts val="600"/>
              </a:spcBef>
              <a:spcAft>
                <a:spcPts val="600"/>
              </a:spcAft>
              <a:buSzPct val="75000"/>
              <a:buFont typeface="Wingdings" panose="05000000000000000000" pitchFamily="2" charset="2"/>
              <a:buChar char="q"/>
            </a:pPr>
            <a:endParaRPr lang="en-US" sz="2400" dirty="0"/>
          </a:p>
          <a:p>
            <a:pPr lvl="1">
              <a:spcBef>
                <a:spcPts val="600"/>
              </a:spcBef>
              <a:spcAft>
                <a:spcPts val="600"/>
              </a:spcAft>
              <a:buSzPct val="75000"/>
            </a:pPr>
            <a:r>
              <a:rPr lang="en-US" sz="2400" dirty="0"/>
              <a:t>       </a:t>
            </a:r>
          </a:p>
          <a:p>
            <a:pPr lvl="3" indent="0">
              <a:spcBef>
                <a:spcPts val="600"/>
              </a:spcBef>
              <a:spcAft>
                <a:spcPts val="600"/>
              </a:spcAft>
              <a:buNone/>
            </a:pPr>
            <a:endParaRPr lang="en-US" sz="2400" dirty="0"/>
          </a:p>
          <a:p>
            <a:pPr marL="342900" lvl="1" indent="-342900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342900" lvl="1" indent="-342900">
              <a:buFont typeface="Wingdings" panose="05000000000000000000" pitchFamily="2" charset="2"/>
              <a:buChar char="q"/>
            </a:pPr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435778-E105-773D-5689-6535000A096E}"/>
              </a:ext>
            </a:extLst>
          </p:cNvPr>
          <p:cNvSpPr txBox="1">
            <a:spLocks/>
          </p:cNvSpPr>
          <p:nvPr/>
        </p:nvSpPr>
        <p:spPr>
          <a:xfrm>
            <a:off x="242456" y="1339781"/>
            <a:ext cx="11807823" cy="530330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2400"/>
              </a:spcAft>
              <a:buClrTx/>
              <a:buSzTx/>
              <a:buFont typeface="Arial" panose="020B0604020202020204" pitchFamily="34" charset="0"/>
              <a:buNone/>
              <a:tabLst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1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libri" panose="020F050202020403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spcBef>
                <a:spcPts val="600"/>
              </a:spcBef>
              <a:spcAft>
                <a:spcPts val="600"/>
              </a:spcAft>
              <a:buSzPct val="75000"/>
              <a:buFont typeface="Wingdings" panose="05000000000000000000" pitchFamily="2" charset="2"/>
              <a:buChar char="q"/>
            </a:pPr>
            <a:r>
              <a:rPr lang="en-US" sz="2400" dirty="0"/>
              <a:t>Existing distance-based kernels are not data-dependent and sensitive to data representation</a:t>
            </a:r>
          </a:p>
          <a:p>
            <a:pPr marL="715963" lvl="5" indent="-355600">
              <a:spcBef>
                <a:spcPts val="600"/>
              </a:spcBef>
              <a:spcAft>
                <a:spcPts val="600"/>
              </a:spcAft>
              <a:buSzPct val="75000"/>
            </a:pPr>
            <a:r>
              <a:rPr lang="en-US" sz="2000" dirty="0"/>
              <a:t>    - performance vary significantly across datasets, particularly in real-world applications where different data features are captured by different sensors and represented in different units/scales, e.g., IoT systems</a:t>
            </a:r>
          </a:p>
          <a:p>
            <a:pPr marL="342900" lvl="1" indent="-342900">
              <a:spcBef>
                <a:spcPts val="600"/>
              </a:spcBef>
              <a:spcAft>
                <a:spcPts val="600"/>
              </a:spcAft>
              <a:buSzPct val="75000"/>
              <a:buFont typeface="Wingdings" panose="05000000000000000000" pitchFamily="2" charset="2"/>
              <a:buChar char="q"/>
            </a:pPr>
            <a:r>
              <a:rPr lang="en-US" sz="2400" dirty="0"/>
              <a:t>In real-world application, data representation can change due to various reasons:</a:t>
            </a:r>
          </a:p>
          <a:p>
            <a:pPr marL="715963" lvl="5" indent="-355600">
              <a:spcBef>
                <a:spcPts val="300"/>
              </a:spcBef>
              <a:spcAft>
                <a:spcPts val="300"/>
              </a:spcAft>
              <a:buSzPct val="75000"/>
            </a:pPr>
            <a:r>
              <a:rPr lang="en-US" sz="2000" dirty="0"/>
              <a:t>   - device or sensor settings</a:t>
            </a:r>
          </a:p>
          <a:p>
            <a:pPr marL="715963" lvl="5" indent="-355600">
              <a:spcBef>
                <a:spcPts val="300"/>
              </a:spcBef>
              <a:spcAft>
                <a:spcPts val="300"/>
              </a:spcAft>
              <a:buSzPct val="75000"/>
            </a:pPr>
            <a:r>
              <a:rPr lang="en-US" sz="2000" dirty="0"/>
              <a:t>   - domain/user requirements</a:t>
            </a:r>
          </a:p>
          <a:p>
            <a:pPr marL="715963" lvl="5" indent="-355600">
              <a:spcBef>
                <a:spcPts val="300"/>
              </a:spcBef>
              <a:spcAft>
                <a:spcPts val="300"/>
              </a:spcAft>
              <a:buSzPct val="75000"/>
            </a:pPr>
            <a:r>
              <a:rPr lang="en-US" sz="2000" dirty="0"/>
              <a:t>   - compression or encryption for storage/transmission</a:t>
            </a:r>
          </a:p>
          <a:p>
            <a:pPr marL="342900" lvl="1" indent="-342900">
              <a:spcBef>
                <a:spcPts val="600"/>
              </a:spcBef>
              <a:spcAft>
                <a:spcPts val="600"/>
              </a:spcAft>
              <a:buSzPct val="75000"/>
              <a:buFont typeface="Wingdings" panose="05000000000000000000" pitchFamily="2" charset="2"/>
              <a:buChar char="q"/>
            </a:pPr>
            <a:r>
              <a:rPr lang="en-AU" sz="2400" dirty="0"/>
              <a:t>kernels that are adaptive to data distribution (data-dependent) and robust to the variation in the units/scales used to represent data (scale-variant) are preferred</a:t>
            </a:r>
            <a:endParaRPr lang="en-US" sz="2400" dirty="0"/>
          </a:p>
          <a:p>
            <a:pPr marL="715963" lvl="5" indent="-179388">
              <a:spcBef>
                <a:spcPts val="600"/>
              </a:spcBef>
              <a:spcAft>
                <a:spcPts val="600"/>
              </a:spcAft>
              <a:buSzPct val="75000"/>
            </a:pPr>
            <a:r>
              <a:rPr lang="en-US" sz="2000" dirty="0"/>
              <a:t>- we proposed one such kernel function called Probability Mass-based Kernel (PMK) and show its consistent performance in SVM classification across a wide range of datasets</a:t>
            </a:r>
          </a:p>
        </p:txBody>
      </p:sp>
    </p:spTree>
    <p:extLst>
      <p:ext uri="{BB962C8B-B14F-4D97-AF65-F5344CB8AC3E}">
        <p14:creationId xmlns:p14="http://schemas.microsoft.com/office/powerpoint/2010/main" val="2017194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5A88363-40C3-4547-AB72-915CBD3B879F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3A4359F-2E02-4ED4-B9F8-E0DCC3C14EC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C35DD8-7454-4274-A020-0063A87DED5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AU"/>
              <a:t>Deakin University CRICOS Provider Code: 00113B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870E0E1-9958-4F61-ABF8-39CA84DB65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9827" y="3397732"/>
            <a:ext cx="11162780" cy="2614749"/>
          </a:xfrm>
        </p:spPr>
        <p:txBody>
          <a:bodyPr/>
          <a:lstStyle/>
          <a:p>
            <a:endParaRPr lang="en-AU" dirty="0"/>
          </a:p>
          <a:p>
            <a:r>
              <a:rPr lang="en-AU" sz="4000" b="1" dirty="0"/>
              <a:t>Questions/Comments?</a:t>
            </a:r>
          </a:p>
          <a:p>
            <a:endParaRPr lang="en-AU" sz="2800" dirty="0"/>
          </a:p>
          <a:p>
            <a:endParaRPr lang="en-AU" dirty="0"/>
          </a:p>
          <a:p>
            <a:r>
              <a:rPr lang="en-AU" sz="3200" dirty="0"/>
              <a:t>Sunil Aryal</a:t>
            </a:r>
          </a:p>
          <a:p>
            <a:r>
              <a:rPr lang="en-AU" dirty="0">
                <a:hlinkClick r:id="rId3"/>
              </a:rPr>
              <a:t>sunil.aryal@deakin.edu.au</a:t>
            </a:r>
            <a:endParaRPr lang="en-AU" dirty="0"/>
          </a:p>
          <a:p>
            <a:endParaRPr lang="en-A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632537B-CD16-4194-8058-6B3B7FF65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827" y="726193"/>
            <a:ext cx="11162780" cy="1148569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AU" sz="6000" b="1" dirty="0"/>
              <a:t>Thank you</a:t>
            </a:r>
            <a:endParaRPr lang="en-AU" i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50FA9-F1AD-4DB9-96CB-4FC24527940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5AEA0E0-5CC6-4BD0-905C-A0021E419432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9013928"/>
      </p:ext>
    </p:extLst>
  </p:cSld>
  <p:clrMapOvr>
    <a:masterClrMapping/>
  </p:clrMapOvr>
</p:sld>
</file>

<file path=ppt/theme/theme1.xml><?xml version="1.0" encoding="utf-8"?>
<a:theme xmlns:a="http://schemas.openxmlformats.org/drawingml/2006/main" name="Deakin Theme">
  <a:themeElements>
    <a:clrScheme name="DEAKIN TURQUOISE">
      <a:dk1>
        <a:sysClr val="windowText" lastClr="000000"/>
      </a:dk1>
      <a:lt1>
        <a:sysClr val="window" lastClr="FFFFFF"/>
      </a:lt1>
      <a:dk2>
        <a:srgbClr val="0C8572"/>
      </a:dk2>
      <a:lt2>
        <a:srgbClr val="FFFFFF"/>
      </a:lt2>
      <a:accent1>
        <a:srgbClr val="0D8572"/>
      </a:accent1>
      <a:accent2>
        <a:srgbClr val="FFD923"/>
      </a:accent2>
      <a:accent3>
        <a:srgbClr val="F76919"/>
      </a:accent3>
      <a:accent4>
        <a:srgbClr val="007D98"/>
      </a:accent4>
      <a:accent5>
        <a:srgbClr val="C74298"/>
      </a:accent5>
      <a:accent6>
        <a:srgbClr val="E1E1E1"/>
      </a:accent6>
      <a:hlink>
        <a:srgbClr val="000000"/>
      </a:hlink>
      <a:folHlink>
        <a:srgbClr val="0000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akin-PowerPoint-template-16x9 - TURQUOISE" id="{CAB35E6A-6237-4233-812C-AC4AF93023F1}" vid="{B6B9DC45-6F2B-44DA-B65A-F0A074D004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10D5EE9D4937499D77E0677A176012" ma:contentTypeVersion="12" ma:contentTypeDescription="Create a new document." ma:contentTypeScope="" ma:versionID="c92b282fea3adbbe40dd3c74247221e3">
  <xsd:schema xmlns:xsd="http://www.w3.org/2001/XMLSchema" xmlns:xs="http://www.w3.org/2001/XMLSchema" xmlns:p="http://schemas.microsoft.com/office/2006/metadata/properties" xmlns:ns3="ed738e74-2c2f-4ca9-8a81-279ca9fe211f" xmlns:ns4="1c0f6ec8-bb26-451e-97d1-41f62a98d49c" targetNamespace="http://schemas.microsoft.com/office/2006/metadata/properties" ma:root="true" ma:fieldsID="f379e7cffb19c3b2a7607d6c307a2b5e" ns3:_="" ns4:_="">
    <xsd:import namespace="ed738e74-2c2f-4ca9-8a81-279ca9fe211f"/>
    <xsd:import namespace="1c0f6ec8-bb26-451e-97d1-41f62a98d49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738e74-2c2f-4ca9-8a81-279ca9fe21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0f6ec8-bb26-451e-97d1-41f62a98d49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358B924-557C-4AE1-9C83-C1F7156A85B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711C1F-30F6-46AB-A939-8F3283A9382A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ed738e74-2c2f-4ca9-8a81-279ca9fe211f"/>
    <ds:schemaRef ds:uri="http://purl.org/dc/terms/"/>
    <ds:schemaRef ds:uri="http://schemas.openxmlformats.org/package/2006/metadata/core-properties"/>
    <ds:schemaRef ds:uri="1c0f6ec8-bb26-451e-97d1-41f62a98d49c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8AABF05-C0EF-4E49-AB6D-2A1CEA84F7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738e74-2c2f-4ca9-8a81-279ca9fe211f"/>
    <ds:schemaRef ds:uri="1c0f6ec8-bb26-451e-97d1-41f62a98d4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18913_Deakin-PowerPoint-template-16x9 - TURQUOISE</Template>
  <TotalTime>44389</TotalTime>
  <Words>833</Words>
  <Application>Microsoft Office PowerPoint</Application>
  <PresentationFormat>Widescreen</PresentationFormat>
  <Paragraphs>135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Times New Roman</vt:lpstr>
      <vt:lpstr>Wingdings</vt:lpstr>
      <vt:lpstr>Deakin Theme</vt:lpstr>
      <vt:lpstr>Data-dependent and Scale-invariant Kernel for Support Vector Machine Classification </vt:lpstr>
      <vt:lpstr>Support Vector Machine (SVM) Classifier</vt:lpstr>
      <vt:lpstr>Kernel Trick</vt:lpstr>
      <vt:lpstr>Existing Kernel Functions</vt:lpstr>
      <vt:lpstr>Probability Mass-based Kernel (PMK)</vt:lpstr>
      <vt:lpstr>Properties of PMK</vt:lpstr>
      <vt:lpstr>Decision Boundaries</vt:lpstr>
      <vt:lpstr>Results: SVM Classification</vt:lpstr>
      <vt:lpstr>Results: SOTA Classification</vt:lpstr>
      <vt:lpstr>Robustness to data representation</vt:lpstr>
      <vt:lpstr>Dimensionality reduction using Kernel PCA</vt:lpstr>
      <vt:lpstr>Conclusions</vt:lpstr>
      <vt:lpstr>Thank you</vt:lpstr>
    </vt:vector>
  </TitlesOfParts>
  <Company>Deakin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Issues of units/scales of measurement in daa mining</dc:title>
  <dc:creator>Sunil Aryal</dc:creator>
  <cp:lastModifiedBy>Sunil Aryal</cp:lastModifiedBy>
  <cp:revision>628</cp:revision>
  <dcterms:created xsi:type="dcterms:W3CDTF">2019-03-21T04:25:34Z</dcterms:created>
  <dcterms:modified xsi:type="dcterms:W3CDTF">2023-05-25T23:19:02Z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0x010100C710D5EE9D4937499D77E0677A176012</vt:lpwstr>
  </property>
</Properties>
</file>